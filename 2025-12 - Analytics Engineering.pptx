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69" r:id="rId3"/>
    <p:sldId id="257" r:id="rId4"/>
    <p:sldId id="270" r:id="rId5"/>
    <p:sldId id="27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BE4D4540-54C6-4685-A27D-F334E6C2C2BA}">
          <p14:sldIdLst>
            <p14:sldId id="256"/>
            <p14:sldId id="269"/>
          </p14:sldIdLst>
        </p14:section>
        <p14:section name="Arquitetura" id="{9367B0F1-A27B-43D4-AC2B-EB13028FDE78}">
          <p14:sldIdLst>
            <p14:sldId id="257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22B14C"/>
    <a:srgbClr val="FA9A42"/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CBFC6-75F1-49F3-AB66-1229FAE962EF}" v="103" dt="2025-12-17T12:18:53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Rolins" userId="135243f5ca95e166" providerId="LiveId" clId="{D4FDA2AC-E3E6-450F-887C-A91783CE478A}"/>
    <pc:docChg chg="undo custSel addSld delSld modSld sldOrd delSection modSection">
      <pc:chgData name="Armando Rolins" userId="135243f5ca95e166" providerId="LiveId" clId="{D4FDA2AC-E3E6-450F-887C-A91783CE478A}" dt="2025-12-17T13:35:28.578" v="1745" actId="47"/>
      <pc:docMkLst>
        <pc:docMk/>
      </pc:docMkLst>
      <pc:sldChg chg="modSp mod">
        <pc:chgData name="Armando Rolins" userId="135243f5ca95e166" providerId="LiveId" clId="{D4FDA2AC-E3E6-450F-887C-A91783CE478A}" dt="2025-12-17T12:56:29.289" v="1744" actId="20577"/>
        <pc:sldMkLst>
          <pc:docMk/>
          <pc:sldMk cId="2806531698" sldId="256"/>
        </pc:sldMkLst>
        <pc:spChg chg="mod">
          <ac:chgData name="Armando Rolins" userId="135243f5ca95e166" providerId="LiveId" clId="{D4FDA2AC-E3E6-450F-887C-A91783CE478A}" dt="2025-12-17T12:56:29.289" v="1744" actId="20577"/>
          <ac:spMkLst>
            <pc:docMk/>
            <pc:sldMk cId="2806531698" sldId="256"/>
            <ac:spMk id="25" creationId="{EB6114C1-70CC-5FCE-4E34-4047C005CEEF}"/>
          </ac:spMkLst>
        </pc:spChg>
      </pc:sldChg>
      <pc:sldChg chg="addSp delSp modSp mod">
        <pc:chgData name="Armando Rolins" userId="135243f5ca95e166" providerId="LiveId" clId="{D4FDA2AC-E3E6-450F-887C-A91783CE478A}" dt="2025-12-17T04:29:32.198" v="1560" actId="1076"/>
        <pc:sldMkLst>
          <pc:docMk/>
          <pc:sldMk cId="1820546810" sldId="257"/>
        </pc:sldMkLst>
        <pc:spChg chg="del">
          <ac:chgData name="Armando Rolins" userId="135243f5ca95e166" providerId="LiveId" clId="{D4FDA2AC-E3E6-450F-887C-A91783CE478A}" dt="2025-12-16T01:29:17.767" v="2" actId="478"/>
          <ac:spMkLst>
            <pc:docMk/>
            <pc:sldMk cId="1820546810" sldId="257"/>
            <ac:spMk id="2" creationId="{A4696190-0815-2C9A-0951-D8FF218AA62F}"/>
          </ac:spMkLst>
        </pc:spChg>
        <pc:spChg chg="mod">
          <ac:chgData name="Armando Rolins" userId="135243f5ca95e166" providerId="LiveId" clId="{D4FDA2AC-E3E6-450F-887C-A91783CE478A}" dt="2025-12-17T04:27:54.914" v="1552" actId="20577"/>
          <ac:spMkLst>
            <pc:docMk/>
            <pc:sldMk cId="1820546810" sldId="257"/>
            <ac:spMk id="7" creationId="{8C6272D6-8884-8FA7-AF30-DF93C4D8454D}"/>
          </ac:spMkLst>
        </pc:spChg>
        <pc:spChg chg="add mod">
          <ac:chgData name="Armando Rolins" userId="135243f5ca95e166" providerId="LiveId" clId="{D4FDA2AC-E3E6-450F-887C-A91783CE478A}" dt="2025-12-16T01:34:40.028" v="84" actId="404"/>
          <ac:spMkLst>
            <pc:docMk/>
            <pc:sldMk cId="1820546810" sldId="257"/>
            <ac:spMk id="9" creationId="{F2C02CA7-1163-7D68-1581-7959BEEB451F}"/>
          </ac:spMkLst>
        </pc:spChg>
        <pc:spChg chg="add mod">
          <ac:chgData name="Armando Rolins" userId="135243f5ca95e166" providerId="LiveId" clId="{D4FDA2AC-E3E6-450F-887C-A91783CE478A}" dt="2025-12-17T04:29:17.583" v="1558" actId="14100"/>
          <ac:spMkLst>
            <pc:docMk/>
            <pc:sldMk cId="1820546810" sldId="257"/>
            <ac:spMk id="12" creationId="{E70D4137-5255-FBE5-E82B-C6570C0A00AA}"/>
          </ac:spMkLst>
        </pc:spChg>
        <pc:spChg chg="add mod">
          <ac:chgData name="Armando Rolins" userId="135243f5ca95e166" providerId="LiveId" clId="{D4FDA2AC-E3E6-450F-887C-A91783CE478A}" dt="2025-12-17T04:29:32.198" v="1560" actId="1076"/>
          <ac:spMkLst>
            <pc:docMk/>
            <pc:sldMk cId="1820546810" sldId="257"/>
            <ac:spMk id="14" creationId="{E4C9C567-57D5-0BD0-FF32-33370F857323}"/>
          </ac:spMkLst>
        </pc:spChg>
        <pc:spChg chg="mod">
          <ac:chgData name="Armando Rolins" userId="135243f5ca95e166" providerId="LiveId" clId="{D4FDA2AC-E3E6-450F-887C-A91783CE478A}" dt="2025-12-16T01:51:52.122" v="357" actId="20577"/>
          <ac:spMkLst>
            <pc:docMk/>
            <pc:sldMk cId="1820546810" sldId="257"/>
            <ac:spMk id="16" creationId="{89ED382E-D7FE-9D38-AC8B-D5DD3CFC0060}"/>
          </ac:spMkLst>
        </pc:spChg>
        <pc:spChg chg="mod">
          <ac:chgData name="Armando Rolins" userId="135243f5ca95e166" providerId="LiveId" clId="{D4FDA2AC-E3E6-450F-887C-A91783CE478A}" dt="2025-12-16T01:51:48.188" v="344" actId="20577"/>
          <ac:spMkLst>
            <pc:docMk/>
            <pc:sldMk cId="1820546810" sldId="257"/>
            <ac:spMk id="20" creationId="{D7EB9A3B-0C54-CD0E-92B8-BD3BC25A9776}"/>
          </ac:spMkLst>
        </pc:spChg>
        <pc:spChg chg="add mod">
          <ac:chgData name="Armando Rolins" userId="135243f5ca95e166" providerId="LiveId" clId="{D4FDA2AC-E3E6-450F-887C-A91783CE478A}" dt="2025-12-16T01:36:59.714" v="139" actId="2085"/>
          <ac:spMkLst>
            <pc:docMk/>
            <pc:sldMk cId="1820546810" sldId="257"/>
            <ac:spMk id="24" creationId="{9A962643-7213-6AE4-A970-0DFA078AE520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28" creationId="{350FD7AE-DD8C-2DA6-8229-4A0CD915D791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29" creationId="{4BB53A51-A3DA-F20C-A38E-C377A6692983}"/>
          </ac:spMkLst>
        </pc:spChg>
        <pc:spChg chg="mod">
          <ac:chgData name="Armando Rolins" userId="135243f5ca95e166" providerId="LiveId" clId="{D4FDA2AC-E3E6-450F-887C-A91783CE478A}" dt="2025-12-16T01:37:10.167" v="140" actId="207"/>
          <ac:spMkLst>
            <pc:docMk/>
            <pc:sldMk cId="1820546810" sldId="257"/>
            <ac:spMk id="30" creationId="{1872D3B6-D4A9-5EFE-6B0B-E6675767AC78}"/>
          </ac:spMkLst>
        </pc:spChg>
        <pc:spChg chg="mod">
          <ac:chgData name="Armando Rolins" userId="135243f5ca95e166" providerId="LiveId" clId="{D4FDA2AC-E3E6-450F-887C-A91783CE478A}" dt="2025-12-16T01:37:14.461" v="141" actId="207"/>
          <ac:spMkLst>
            <pc:docMk/>
            <pc:sldMk cId="1820546810" sldId="257"/>
            <ac:spMk id="33" creationId="{03695CE6-455E-FC33-DF94-81979AF62A41}"/>
          </ac:spMkLst>
        </pc:spChg>
        <pc:spChg chg="mod">
          <ac:chgData name="Armando Rolins" userId="135243f5ca95e166" providerId="LiveId" clId="{D4FDA2AC-E3E6-450F-887C-A91783CE478A}" dt="2025-12-16T01:38:25.726" v="241" actId="14100"/>
          <ac:spMkLst>
            <pc:docMk/>
            <pc:sldMk cId="1820546810" sldId="257"/>
            <ac:spMk id="36" creationId="{2386AD56-7E92-C8B3-7553-027903F9E78D}"/>
          </ac:spMkLst>
        </pc:spChg>
        <pc:spChg chg="mod">
          <ac:chgData name="Armando Rolins" userId="135243f5ca95e166" providerId="LiveId" clId="{D4FDA2AC-E3E6-450F-887C-A91783CE478A}" dt="2025-12-16T01:38:46.857" v="281" actId="20577"/>
          <ac:spMkLst>
            <pc:docMk/>
            <pc:sldMk cId="1820546810" sldId="257"/>
            <ac:spMk id="39" creationId="{D78C1CB6-CF13-3AB3-1840-A6FA87990A9C}"/>
          </ac:spMkLst>
        </pc:spChg>
        <pc:spChg chg="mod">
          <ac:chgData name="Armando Rolins" userId="135243f5ca95e166" providerId="LiveId" clId="{D4FDA2AC-E3E6-450F-887C-A91783CE478A}" dt="2025-12-16T01:37:42.835" v="179" actId="20577"/>
          <ac:spMkLst>
            <pc:docMk/>
            <pc:sldMk cId="1820546810" sldId="257"/>
            <ac:spMk id="42" creationId="{24FA9F80-FB36-7559-F5F1-7F5EA601463B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47" creationId="{8DCD446A-FD3D-D3BA-DD9A-636A2861F8D1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48" creationId="{326AFEE4-E94B-E0BB-A10E-6EB31E3CDAF9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49" creationId="{81D580D9-7B11-F9DE-D35A-AAE190E7D432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50" creationId="{A368176B-FB6D-B127-2041-2A8A8693FE76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64" creationId="{85704F11-6DC7-D380-F348-16D6F7A9EF35}"/>
          </ac:spMkLst>
        </pc:spChg>
        <pc:spChg chg="del">
          <ac:chgData name="Armando Rolins" userId="135243f5ca95e166" providerId="LiveId" clId="{D4FDA2AC-E3E6-450F-887C-A91783CE478A}" dt="2025-12-16T01:29:12.040" v="0" actId="478"/>
          <ac:spMkLst>
            <pc:docMk/>
            <pc:sldMk cId="1820546810" sldId="257"/>
            <ac:spMk id="65" creationId="{DDB6285D-7612-B31E-44FC-23A881D6FA2D}"/>
          </ac:spMkLst>
        </pc:spChg>
        <pc:spChg chg="mod">
          <ac:chgData name="Armando Rolins" userId="135243f5ca95e166" providerId="LiveId" clId="{D4FDA2AC-E3E6-450F-887C-A91783CE478A}" dt="2025-12-16T01:53:43.886" v="408" actId="20577"/>
          <ac:spMkLst>
            <pc:docMk/>
            <pc:sldMk cId="1820546810" sldId="257"/>
            <ac:spMk id="82" creationId="{876A4382-4691-997B-6AB4-872ABBB3FF26}"/>
          </ac:spMkLst>
        </pc:spChg>
        <pc:spChg chg="mod">
          <ac:chgData name="Armando Rolins" userId="135243f5ca95e166" providerId="LiveId" clId="{D4FDA2AC-E3E6-450F-887C-A91783CE478A}" dt="2025-12-16T01:54:22.480" v="419" actId="20577"/>
          <ac:spMkLst>
            <pc:docMk/>
            <pc:sldMk cId="1820546810" sldId="257"/>
            <ac:spMk id="85" creationId="{23BCB2E1-7A0E-8081-4112-1CDCF1AFFD5C}"/>
          </ac:spMkLst>
        </pc:spChg>
        <pc:spChg chg="add mod ord">
          <ac:chgData name="Armando Rolins" userId="135243f5ca95e166" providerId="LiveId" clId="{D4FDA2AC-E3E6-450F-887C-A91783CE478A}" dt="2025-12-16T02:14:08.038" v="556" actId="1038"/>
          <ac:spMkLst>
            <pc:docMk/>
            <pc:sldMk cId="1820546810" sldId="257"/>
            <ac:spMk id="89" creationId="{40FB6290-6102-1924-60C4-95B025A32C8D}"/>
          </ac:spMkLst>
        </pc:spChg>
        <pc:spChg chg="mod">
          <ac:chgData name="Armando Rolins" userId="135243f5ca95e166" providerId="LiveId" clId="{D4FDA2AC-E3E6-450F-887C-A91783CE478A}" dt="2025-12-16T01:58:43.340" v="458" actId="20577"/>
          <ac:spMkLst>
            <pc:docMk/>
            <pc:sldMk cId="1820546810" sldId="257"/>
            <ac:spMk id="94" creationId="{BA2C1F00-F8D0-9550-67BD-ACE93A85ADF5}"/>
          </ac:spMkLst>
        </pc:spChg>
        <pc:spChg chg="add mod">
          <ac:chgData name="Armando Rolins" userId="135243f5ca95e166" providerId="LiveId" clId="{D4FDA2AC-E3E6-450F-887C-A91783CE478A}" dt="2025-12-17T04:27:37.907" v="1538" actId="1035"/>
          <ac:spMkLst>
            <pc:docMk/>
            <pc:sldMk cId="1820546810" sldId="257"/>
            <ac:spMk id="97" creationId="{37ECF0E9-3B3F-E8FD-5C24-48D8AE0253B4}"/>
          </ac:spMkLst>
        </pc:spChg>
        <pc:spChg chg="add mod">
          <ac:chgData name="Armando Rolins" userId="135243f5ca95e166" providerId="LiveId" clId="{D4FDA2AC-E3E6-450F-887C-A91783CE478A}" dt="2025-12-16T02:17:47.183" v="605" actId="164"/>
          <ac:spMkLst>
            <pc:docMk/>
            <pc:sldMk cId="1820546810" sldId="257"/>
            <ac:spMk id="108" creationId="{6B89407D-3627-9081-1C9A-D544147A37BC}"/>
          </ac:spMkLst>
        </pc:spChg>
        <pc:spChg chg="mod">
          <ac:chgData name="Armando Rolins" userId="135243f5ca95e166" providerId="LiveId" clId="{D4FDA2AC-E3E6-450F-887C-A91783CE478A}" dt="2025-12-16T02:17:53.385" v="607"/>
          <ac:spMkLst>
            <pc:docMk/>
            <pc:sldMk cId="1820546810" sldId="257"/>
            <ac:spMk id="112" creationId="{C2CA3892-480A-CC22-6511-4B0059F23FD1}"/>
          </ac:spMkLst>
        </pc:spChg>
        <pc:spChg chg="mod">
          <ac:chgData name="Armando Rolins" userId="135243f5ca95e166" providerId="LiveId" clId="{D4FDA2AC-E3E6-450F-887C-A91783CE478A}" dt="2025-12-16T02:18:13.918" v="616" actId="20577"/>
          <ac:spMkLst>
            <pc:docMk/>
            <pc:sldMk cId="1820546810" sldId="257"/>
            <ac:spMk id="115" creationId="{0B8C844D-D30D-3211-C248-BC03678CF5BC}"/>
          </ac:spMkLst>
        </pc:spChg>
        <pc:spChg chg="mod">
          <ac:chgData name="Armando Rolins" userId="135243f5ca95e166" providerId="LiveId" clId="{D4FDA2AC-E3E6-450F-887C-A91783CE478A}" dt="2025-12-16T02:18:26.602" v="623" actId="20577"/>
          <ac:spMkLst>
            <pc:docMk/>
            <pc:sldMk cId="1820546810" sldId="257"/>
            <ac:spMk id="118" creationId="{2E006F94-FE92-CEC1-F466-29AB2B84757D}"/>
          </ac:spMkLst>
        </pc:spChg>
        <pc:spChg chg="add mod">
          <ac:chgData name="Armando Rolins" userId="135243f5ca95e166" providerId="LiveId" clId="{D4FDA2AC-E3E6-450F-887C-A91783CE478A}" dt="2025-12-16T02:20:09.773" v="677" actId="113"/>
          <ac:spMkLst>
            <pc:docMk/>
            <pc:sldMk cId="1820546810" sldId="257"/>
            <ac:spMk id="132" creationId="{CBEE8C78-AC2A-A7BC-52C6-17A49B586A3A}"/>
          </ac:spMkLst>
        </pc:spChg>
        <pc:grpChg chg="add mod">
          <ac:chgData name="Armando Rolins" userId="135243f5ca95e166" providerId="LiveId" clId="{D4FDA2AC-E3E6-450F-887C-A91783CE478A}" dt="2025-12-17T04:28:06.714" v="1553" actId="1076"/>
          <ac:grpSpMkLst>
            <pc:docMk/>
            <pc:sldMk cId="1820546810" sldId="257"/>
            <ac:grpSpMk id="5" creationId="{88D0C621-5E0B-CF1B-1E1C-5A9C0469FEA6}"/>
          </ac:grpSpMkLst>
        </pc:grpChg>
        <pc:grpChg chg="add mod">
          <ac:chgData name="Armando Rolins" userId="135243f5ca95e166" providerId="LiveId" clId="{D4FDA2AC-E3E6-450F-887C-A91783CE478A}" dt="2025-12-16T02:19:28.813" v="641" actId="1036"/>
          <ac:grpSpMkLst>
            <pc:docMk/>
            <pc:sldMk cId="1820546810" sldId="257"/>
            <ac:grpSpMk id="10" creationId="{6B0D310F-6C76-313B-17FF-9E00F5E9F412}"/>
          </ac:grpSpMkLst>
        </pc:grpChg>
        <pc:grpChg chg="add mod">
          <ac:chgData name="Armando Rolins" userId="135243f5ca95e166" providerId="LiveId" clId="{D4FDA2AC-E3E6-450F-887C-A91783CE478A}" dt="2025-12-16T02:19:41.850" v="651" actId="1035"/>
          <ac:grpSpMkLst>
            <pc:docMk/>
            <pc:sldMk cId="1820546810" sldId="257"/>
            <ac:grpSpMk id="11" creationId="{136483DB-1B19-DDF8-8777-2B53ACC4E446}"/>
          </ac:grpSpMkLst>
        </pc:grpChg>
        <pc:grpChg chg="add mod">
          <ac:chgData name="Armando Rolins" userId="135243f5ca95e166" providerId="LiveId" clId="{D4FDA2AC-E3E6-450F-887C-A91783CE478A}" dt="2025-12-16T02:19:27.208" v="640" actId="1036"/>
          <ac:grpSpMkLst>
            <pc:docMk/>
            <pc:sldMk cId="1820546810" sldId="257"/>
            <ac:grpSpMk id="17" creationId="{4BEF53DF-C77F-1D07-60FC-069C379077A6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25" creationId="{44CEDB3C-703C-171C-F64C-0BFC68A5F8EF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26" creationId="{5FE3DA11-A730-8E40-AF28-C41E0CF1CE38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31" creationId="{8F37119A-0388-7D13-A838-5B34489DFE2C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34" creationId="{64250A60-AB7C-7DBC-FF91-51B46136CE84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37" creationId="{4F9C3440-E34C-ABC1-1952-4D81C9902F88}"/>
          </ac:grpSpMkLst>
        </pc:grpChg>
        <pc:grpChg chg="add mod">
          <ac:chgData name="Armando Rolins" userId="135243f5ca95e166" providerId="LiveId" clId="{D4FDA2AC-E3E6-450F-887C-A91783CE478A}" dt="2025-12-16T02:14:08.038" v="556" actId="1038"/>
          <ac:grpSpMkLst>
            <pc:docMk/>
            <pc:sldMk cId="1820546810" sldId="257"/>
            <ac:grpSpMk id="40" creationId="{8589115B-BCB0-6139-AFE5-818DA4187FDE}"/>
          </ac:grpSpMkLst>
        </pc:grpChg>
        <pc:grpChg chg="add mod">
          <ac:chgData name="Armando Rolins" userId="135243f5ca95e166" providerId="LiveId" clId="{D4FDA2AC-E3E6-450F-887C-A91783CE478A}" dt="2025-12-17T04:27:37.907" v="1538" actId="1035"/>
          <ac:grpSpMkLst>
            <pc:docMk/>
            <pc:sldMk cId="1820546810" sldId="257"/>
            <ac:grpSpMk id="80" creationId="{FADFB9A8-072C-0745-0688-0BE7A611404D}"/>
          </ac:grpSpMkLst>
        </pc:grpChg>
        <pc:grpChg chg="add mod">
          <ac:chgData name="Armando Rolins" userId="135243f5ca95e166" providerId="LiveId" clId="{D4FDA2AC-E3E6-450F-887C-A91783CE478A}" dt="2025-12-17T04:27:37.907" v="1538" actId="1035"/>
          <ac:grpSpMkLst>
            <pc:docMk/>
            <pc:sldMk cId="1820546810" sldId="257"/>
            <ac:grpSpMk id="83" creationId="{DE54346D-F556-B13D-3E62-9F7D3A1F8B8B}"/>
          </ac:grpSpMkLst>
        </pc:grpChg>
        <pc:grpChg chg="add mod">
          <ac:chgData name="Armando Rolins" userId="135243f5ca95e166" providerId="LiveId" clId="{D4FDA2AC-E3E6-450F-887C-A91783CE478A}" dt="2025-12-17T04:27:37.907" v="1538" actId="1035"/>
          <ac:grpSpMkLst>
            <pc:docMk/>
            <pc:sldMk cId="1820546810" sldId="257"/>
            <ac:grpSpMk id="92" creationId="{8EE31217-2420-4E62-0C7B-4E012AC75DB3}"/>
          </ac:grpSpMkLst>
        </pc:grpChg>
        <pc:grpChg chg="add mod">
          <ac:chgData name="Armando Rolins" userId="135243f5ca95e166" providerId="LiveId" clId="{D4FDA2AC-E3E6-450F-887C-A91783CE478A}" dt="2025-12-16T02:18:37.936" v="627" actId="1035"/>
          <ac:grpSpMkLst>
            <pc:docMk/>
            <pc:sldMk cId="1820546810" sldId="257"/>
            <ac:grpSpMk id="109" creationId="{BE5EDBCC-0FDB-661D-D3B4-5B34E89CB0EB}"/>
          </ac:grpSpMkLst>
        </pc:grpChg>
        <pc:grpChg chg="add mod">
          <ac:chgData name="Armando Rolins" userId="135243f5ca95e166" providerId="LiveId" clId="{D4FDA2AC-E3E6-450F-887C-A91783CE478A}" dt="2025-12-16T02:17:53.385" v="607"/>
          <ac:grpSpMkLst>
            <pc:docMk/>
            <pc:sldMk cId="1820546810" sldId="257"/>
            <ac:grpSpMk id="110" creationId="{1A0926FE-C871-9B2F-12A1-694E37CB7535}"/>
          </ac:grpSpMkLst>
        </pc:grpChg>
        <pc:grpChg chg="add mod">
          <ac:chgData name="Armando Rolins" userId="135243f5ca95e166" providerId="LiveId" clId="{D4FDA2AC-E3E6-450F-887C-A91783CE478A}" dt="2025-12-16T02:18:10.471" v="611" actId="1076"/>
          <ac:grpSpMkLst>
            <pc:docMk/>
            <pc:sldMk cId="1820546810" sldId="257"/>
            <ac:grpSpMk id="113" creationId="{11C4184B-5947-4C06-D084-7E3579AB6B88}"/>
          </ac:grpSpMkLst>
        </pc:grpChg>
        <pc:grpChg chg="add mod">
          <ac:chgData name="Armando Rolins" userId="135243f5ca95e166" providerId="LiveId" clId="{D4FDA2AC-E3E6-450F-887C-A91783CE478A}" dt="2025-12-16T02:18:23.366" v="618" actId="1076"/>
          <ac:grpSpMkLst>
            <pc:docMk/>
            <pc:sldMk cId="1820546810" sldId="257"/>
            <ac:grpSpMk id="116" creationId="{651512E7-7616-BA0F-A150-19422F5A07FF}"/>
          </ac:grpSpMkLst>
        </pc:grpChg>
        <pc:picChg chg="add mod">
          <ac:chgData name="Armando Rolins" userId="135243f5ca95e166" providerId="LiveId" clId="{D4FDA2AC-E3E6-450F-887C-A91783CE478A}" dt="2025-12-16T01:32:32.164" v="34" actId="164"/>
          <ac:picMkLst>
            <pc:docMk/>
            <pc:sldMk cId="1820546810" sldId="257"/>
            <ac:picMk id="4" creationId="{52ADA9D7-9DBD-4EE6-29AD-3775362971D1}"/>
          </ac:picMkLst>
        </pc:picChg>
        <pc:picChg chg="del">
          <ac:chgData name="Armando Rolins" userId="135243f5ca95e166" providerId="LiveId" clId="{D4FDA2AC-E3E6-450F-887C-A91783CE478A}" dt="2025-12-16T01:29:18.591" v="3" actId="478"/>
          <ac:picMkLst>
            <pc:docMk/>
            <pc:sldMk cId="1820546810" sldId="257"/>
            <ac:picMk id="5" creationId="{A992964D-6432-430F-3074-8ED9BC8186A6}"/>
          </ac:picMkLst>
        </pc:picChg>
        <pc:picChg chg="mod">
          <ac:chgData name="Armando Rolins" userId="135243f5ca95e166" providerId="LiveId" clId="{D4FDA2AC-E3E6-450F-887C-A91783CE478A}" dt="2025-12-17T04:27:46.023" v="1539"/>
          <ac:picMkLst>
            <pc:docMk/>
            <pc:sldMk cId="1820546810" sldId="257"/>
            <ac:picMk id="6" creationId="{09DCA4F1-DCF7-3016-D584-45802C15B965}"/>
          </ac:picMkLst>
        </pc:picChg>
        <pc:picChg chg="del">
          <ac:chgData name="Armando Rolins" userId="135243f5ca95e166" providerId="LiveId" clId="{D4FDA2AC-E3E6-450F-887C-A91783CE478A}" dt="2025-12-16T01:29:12.040" v="0" actId="478"/>
          <ac:picMkLst>
            <pc:docMk/>
            <pc:sldMk cId="1820546810" sldId="257"/>
            <ac:picMk id="6" creationId="{F12DE2C5-6881-9992-6C68-6671C4C403B9}"/>
          </ac:picMkLst>
        </pc:picChg>
        <pc:picChg chg="add del mod">
          <ac:chgData name="Armando Rolins" userId="135243f5ca95e166" providerId="LiveId" clId="{D4FDA2AC-E3E6-450F-887C-A91783CE478A}" dt="2025-12-16T01:31:59.546" v="12" actId="478"/>
          <ac:picMkLst>
            <pc:docMk/>
            <pc:sldMk cId="1820546810" sldId="257"/>
            <ac:picMk id="7" creationId="{21B11114-1068-6161-F4F9-0EDA36E87ED5}"/>
          </ac:picMkLst>
        </pc:picChg>
        <pc:picChg chg="del">
          <ac:chgData name="Armando Rolins" userId="135243f5ca95e166" providerId="LiveId" clId="{D4FDA2AC-E3E6-450F-887C-A91783CE478A}" dt="2025-12-16T01:29:14.676" v="1" actId="478"/>
          <ac:picMkLst>
            <pc:docMk/>
            <pc:sldMk cId="1820546810" sldId="257"/>
            <ac:picMk id="8" creationId="{6D704B33-3BED-35BB-B7F3-FEE4BBFFC6E1}"/>
          </ac:picMkLst>
        </pc:picChg>
        <pc:picChg chg="del">
          <ac:chgData name="Armando Rolins" userId="135243f5ca95e166" providerId="LiveId" clId="{D4FDA2AC-E3E6-450F-887C-A91783CE478A}" dt="2025-12-16T01:29:12.040" v="0" actId="478"/>
          <ac:picMkLst>
            <pc:docMk/>
            <pc:sldMk cId="1820546810" sldId="257"/>
            <ac:picMk id="12" creationId="{954E6E59-F773-0632-ECDB-CA17751D6C15}"/>
          </ac:picMkLst>
        </pc:picChg>
        <pc:picChg chg="mod">
          <ac:chgData name="Armando Rolins" userId="135243f5ca95e166" providerId="LiveId" clId="{D4FDA2AC-E3E6-450F-887C-A91783CE478A}" dt="2025-12-16T01:32:34.446" v="35"/>
          <ac:picMkLst>
            <pc:docMk/>
            <pc:sldMk cId="1820546810" sldId="257"/>
            <ac:picMk id="13" creationId="{B1DD8BA1-2271-3976-49A3-ADB46D040061}"/>
          </ac:picMkLst>
        </pc:picChg>
        <pc:picChg chg="mod">
          <ac:chgData name="Armando Rolins" userId="135243f5ca95e166" providerId="LiveId" clId="{D4FDA2AC-E3E6-450F-887C-A91783CE478A}" dt="2025-12-16T01:32:58.785" v="42"/>
          <ac:picMkLst>
            <pc:docMk/>
            <pc:sldMk cId="1820546810" sldId="257"/>
            <ac:picMk id="18" creationId="{80BA4A1B-C372-9F00-B68C-1715627131BC}"/>
          </ac:picMkLst>
        </pc:picChg>
        <pc:picChg chg="add mod">
          <ac:chgData name="Armando Rolins" userId="135243f5ca95e166" providerId="LiveId" clId="{D4FDA2AC-E3E6-450F-887C-A91783CE478A}" dt="2025-12-16T02:14:38.419" v="580" actId="207"/>
          <ac:picMkLst>
            <pc:docMk/>
            <pc:sldMk cId="1820546810" sldId="257"/>
            <ac:picMk id="22" creationId="{6FF85769-BC83-4DB1-865C-B2A79CBC5782}"/>
          </ac:picMkLst>
        </pc:picChg>
        <pc:picChg chg="mod">
          <ac:chgData name="Armando Rolins" userId="135243f5ca95e166" providerId="LiveId" clId="{D4FDA2AC-E3E6-450F-887C-A91783CE478A}" dt="2025-12-16T02:14:41.131" v="581" actId="207"/>
          <ac:picMkLst>
            <pc:docMk/>
            <pc:sldMk cId="1820546810" sldId="257"/>
            <ac:picMk id="27" creationId="{45ABE6D0-FCB2-18FD-6868-2D3036DF73CF}"/>
          </ac:picMkLst>
        </pc:picChg>
        <pc:picChg chg="mod">
          <ac:chgData name="Armando Rolins" userId="135243f5ca95e166" providerId="LiveId" clId="{D4FDA2AC-E3E6-450F-887C-A91783CE478A}" dt="2025-12-16T02:14:44.178" v="582" actId="207"/>
          <ac:picMkLst>
            <pc:docMk/>
            <pc:sldMk cId="1820546810" sldId="257"/>
            <ac:picMk id="32" creationId="{52B65283-7695-AF42-4159-3A3C298F075B}"/>
          </ac:picMkLst>
        </pc:picChg>
        <pc:picChg chg="mod">
          <ac:chgData name="Armando Rolins" userId="135243f5ca95e166" providerId="LiveId" clId="{D4FDA2AC-E3E6-450F-887C-A91783CE478A}" dt="2025-12-16T01:41:05.150" v="282" actId="207"/>
          <ac:picMkLst>
            <pc:docMk/>
            <pc:sldMk cId="1820546810" sldId="257"/>
            <ac:picMk id="35" creationId="{26816F21-D084-07C2-BE51-588C465697EE}"/>
          </ac:picMkLst>
        </pc:picChg>
        <pc:picChg chg="mod">
          <ac:chgData name="Armando Rolins" userId="135243f5ca95e166" providerId="LiveId" clId="{D4FDA2AC-E3E6-450F-887C-A91783CE478A}" dt="2025-12-16T01:41:09.933" v="283" actId="207"/>
          <ac:picMkLst>
            <pc:docMk/>
            <pc:sldMk cId="1820546810" sldId="257"/>
            <ac:picMk id="38" creationId="{BAD04141-1590-CBB8-B427-1B0BDFCD548D}"/>
          </ac:picMkLst>
        </pc:picChg>
        <pc:picChg chg="mod">
          <ac:chgData name="Armando Rolins" userId="135243f5ca95e166" providerId="LiveId" clId="{D4FDA2AC-E3E6-450F-887C-A91783CE478A}" dt="2025-12-16T01:41:12.640" v="284" actId="207"/>
          <ac:picMkLst>
            <pc:docMk/>
            <pc:sldMk cId="1820546810" sldId="257"/>
            <ac:picMk id="41" creationId="{EB57BA5D-A43E-C512-F7F2-44818AA67417}"/>
          </ac:picMkLst>
        </pc:picChg>
        <pc:picChg chg="mod">
          <ac:chgData name="Armando Rolins" userId="135243f5ca95e166" providerId="LiveId" clId="{D4FDA2AC-E3E6-450F-887C-A91783CE478A}" dt="2025-12-16T01:53:55.626" v="409" actId="207"/>
          <ac:picMkLst>
            <pc:docMk/>
            <pc:sldMk cId="1820546810" sldId="257"/>
            <ac:picMk id="81" creationId="{59A1F586-B096-15FF-825F-5016D4AE8D4F}"/>
          </ac:picMkLst>
        </pc:picChg>
        <pc:picChg chg="mod">
          <ac:chgData name="Armando Rolins" userId="135243f5ca95e166" providerId="LiveId" clId="{D4FDA2AC-E3E6-450F-887C-A91783CE478A}" dt="2025-12-16T01:54:12.150" v="411"/>
          <ac:picMkLst>
            <pc:docMk/>
            <pc:sldMk cId="1820546810" sldId="257"/>
            <ac:picMk id="84" creationId="{A05AA85D-2CD3-9E60-A420-04EB29E6DAF3}"/>
          </ac:picMkLst>
        </pc:picChg>
        <pc:picChg chg="mod">
          <ac:chgData name="Armando Rolins" userId="135243f5ca95e166" providerId="LiveId" clId="{D4FDA2AC-E3E6-450F-887C-A91783CE478A}" dt="2025-12-16T01:58:31.169" v="447"/>
          <ac:picMkLst>
            <pc:docMk/>
            <pc:sldMk cId="1820546810" sldId="257"/>
            <ac:picMk id="93" creationId="{3BB6F026-CD2D-0FE7-BD5C-4F2A33244A3D}"/>
          </ac:picMkLst>
        </pc:picChg>
        <pc:picChg chg="add mod modCrop">
          <ac:chgData name="Armando Rolins" userId="135243f5ca95e166" providerId="LiveId" clId="{D4FDA2AC-E3E6-450F-887C-A91783CE478A}" dt="2025-12-16T02:17:47.183" v="605" actId="164"/>
          <ac:picMkLst>
            <pc:docMk/>
            <pc:sldMk cId="1820546810" sldId="257"/>
            <ac:picMk id="107" creationId="{2DA49461-FC37-6D13-0B7E-94160E775BC7}"/>
          </ac:picMkLst>
        </pc:picChg>
        <pc:picChg chg="mod">
          <ac:chgData name="Armando Rolins" userId="135243f5ca95e166" providerId="LiveId" clId="{D4FDA2AC-E3E6-450F-887C-A91783CE478A}" dt="2025-12-16T02:17:57.964" v="609" actId="1076"/>
          <ac:picMkLst>
            <pc:docMk/>
            <pc:sldMk cId="1820546810" sldId="257"/>
            <ac:picMk id="111" creationId="{37416751-DDAF-894E-9D3A-A21C020AA7E2}"/>
          </ac:picMkLst>
        </pc:picChg>
        <pc:picChg chg="mod">
          <ac:chgData name="Armando Rolins" userId="135243f5ca95e166" providerId="LiveId" clId="{D4FDA2AC-E3E6-450F-887C-A91783CE478A}" dt="2025-12-16T02:18:01.353" v="610"/>
          <ac:picMkLst>
            <pc:docMk/>
            <pc:sldMk cId="1820546810" sldId="257"/>
            <ac:picMk id="114" creationId="{EB1F3DE2-108C-05C2-8667-F50747A4EE67}"/>
          </ac:picMkLst>
        </pc:picChg>
        <pc:picChg chg="mod">
          <ac:chgData name="Armando Rolins" userId="135243f5ca95e166" providerId="LiveId" clId="{D4FDA2AC-E3E6-450F-887C-A91783CE478A}" dt="2025-12-16T02:18:15.675" v="617"/>
          <ac:picMkLst>
            <pc:docMk/>
            <pc:sldMk cId="1820546810" sldId="257"/>
            <ac:picMk id="117" creationId="{DB107E2B-C9CA-7BFB-45A1-4A9B54745110}"/>
          </ac:picMkLst>
        </pc:picChg>
        <pc:cxnChg chg="add mod">
          <ac:chgData name="Armando Rolins" userId="135243f5ca95e166" providerId="LiveId" clId="{D4FDA2AC-E3E6-450F-887C-A91783CE478A}" dt="2025-12-17T04:27:37.907" v="1538" actId="1035"/>
          <ac:cxnSpMkLst>
            <pc:docMk/>
            <pc:sldMk cId="1820546810" sldId="257"/>
            <ac:cxnSpMk id="3" creationId="{EB22ED4A-7336-8E1F-4960-C5B6F235B2E0}"/>
          </ac:cxnSpMkLst>
        </pc:cxnChg>
        <pc:cxnChg chg="add mod">
          <ac:chgData name="Armando Rolins" userId="135243f5ca95e166" providerId="LiveId" clId="{D4FDA2AC-E3E6-450F-887C-A91783CE478A}" dt="2025-12-17T04:28:11.393" v="1555" actId="1076"/>
          <ac:cxnSpMkLst>
            <pc:docMk/>
            <pc:sldMk cId="1820546810" sldId="257"/>
            <ac:cxnSpMk id="8" creationId="{0260775C-2DAF-29B7-C873-B9C0577E2AB3}"/>
          </ac:cxnSpMkLst>
        </pc:cxnChg>
        <pc:cxnChg chg="add del mod">
          <ac:chgData name="Armando Rolins" userId="135243f5ca95e166" providerId="LiveId" clId="{D4FDA2AC-E3E6-450F-887C-A91783CE478A}" dt="2025-12-16T01:52:19.107" v="360" actId="478"/>
          <ac:cxnSpMkLst>
            <pc:docMk/>
            <pc:sldMk cId="1820546810" sldId="257"/>
            <ac:cxnSpMk id="44" creationId="{3223D117-5619-6C5E-E98D-DE584F4A43C2}"/>
          </ac:cxnSpMkLst>
        </pc:cxnChg>
        <pc:cxnChg chg="add mod ord">
          <ac:chgData name="Armando Rolins" userId="135243f5ca95e166" providerId="LiveId" clId="{D4FDA2AC-E3E6-450F-887C-A91783CE478A}" dt="2025-12-16T02:13:52.877" v="519" actId="1038"/>
          <ac:cxnSpMkLst>
            <pc:docMk/>
            <pc:sldMk cId="1820546810" sldId="257"/>
            <ac:cxnSpMk id="54" creationId="{47A08D36-4D7D-ECBD-57A3-E43B42B07C3C}"/>
          </ac:cxnSpMkLst>
        </pc:cxnChg>
        <pc:cxnChg chg="add del mod">
          <ac:chgData name="Armando Rolins" userId="135243f5ca95e166" providerId="LiveId" clId="{D4FDA2AC-E3E6-450F-887C-A91783CE478A}" dt="2025-12-16T01:48:37.206" v="310" actId="478"/>
          <ac:cxnSpMkLst>
            <pc:docMk/>
            <pc:sldMk cId="1820546810" sldId="257"/>
            <ac:cxnSpMk id="56" creationId="{0B687411-B57E-F2FF-35A9-D1784ABEEDD2}"/>
          </ac:cxnSpMkLst>
        </pc:cxnChg>
        <pc:cxnChg chg="add mod ord">
          <ac:chgData name="Armando Rolins" userId="135243f5ca95e166" providerId="LiveId" clId="{D4FDA2AC-E3E6-450F-887C-A91783CE478A}" dt="2025-12-16T01:58:08.833" v="446" actId="167"/>
          <ac:cxnSpMkLst>
            <pc:docMk/>
            <pc:sldMk cId="1820546810" sldId="257"/>
            <ac:cxnSpMk id="60" creationId="{1C220980-A3DC-4664-7CD3-80BA744C0C75}"/>
          </ac:cxnSpMkLst>
        </pc:cxnChg>
        <pc:cxnChg chg="add mod ord">
          <ac:chgData name="Armando Rolins" userId="135243f5ca95e166" providerId="LiveId" clId="{D4FDA2AC-E3E6-450F-887C-A91783CE478A}" dt="2025-12-16T01:58:08.833" v="446" actId="167"/>
          <ac:cxnSpMkLst>
            <pc:docMk/>
            <pc:sldMk cId="1820546810" sldId="257"/>
            <ac:cxnSpMk id="63" creationId="{AC0574E4-2EBC-3E53-80F7-073225D8C54D}"/>
          </ac:cxnSpMkLst>
        </pc:cxnChg>
        <pc:cxnChg chg="add mod ord">
          <ac:chgData name="Armando Rolins" userId="135243f5ca95e166" providerId="LiveId" clId="{D4FDA2AC-E3E6-450F-887C-A91783CE478A}" dt="2025-12-16T02:13:54.483" v="520" actId="1038"/>
          <ac:cxnSpMkLst>
            <pc:docMk/>
            <pc:sldMk cId="1820546810" sldId="257"/>
            <ac:cxnSpMk id="71" creationId="{4FA175DD-CF94-A01D-3BC3-2178673BABDB}"/>
          </ac:cxnSpMkLst>
        </pc:cxnChg>
        <pc:cxnChg chg="add mod ord">
          <ac:chgData name="Armando Rolins" userId="135243f5ca95e166" providerId="LiveId" clId="{D4FDA2AC-E3E6-450F-887C-A91783CE478A}" dt="2025-12-16T01:58:08.833" v="446" actId="167"/>
          <ac:cxnSpMkLst>
            <pc:docMk/>
            <pc:sldMk cId="1820546810" sldId="257"/>
            <ac:cxnSpMk id="76" creationId="{86388B96-C4A3-8CFF-E343-1630621DAB31}"/>
          </ac:cxnSpMkLst>
        </pc:cxnChg>
        <pc:cxnChg chg="add mod ord">
          <ac:chgData name="Armando Rolins" userId="135243f5ca95e166" providerId="LiveId" clId="{D4FDA2AC-E3E6-450F-887C-A91783CE478A}" dt="2025-12-17T04:27:37.907" v="1538" actId="1035"/>
          <ac:cxnSpMkLst>
            <pc:docMk/>
            <pc:sldMk cId="1820546810" sldId="257"/>
            <ac:cxnSpMk id="86" creationId="{E61812CE-1B5B-31C5-4B83-463D8817074E}"/>
          </ac:cxnSpMkLst>
        </pc:cxnChg>
        <pc:cxnChg chg="add mod ord">
          <ac:chgData name="Armando Rolins" userId="135243f5ca95e166" providerId="LiveId" clId="{D4FDA2AC-E3E6-450F-887C-A91783CE478A}" dt="2025-12-16T02:13:54.483" v="520" actId="1038"/>
          <ac:cxnSpMkLst>
            <pc:docMk/>
            <pc:sldMk cId="1820546810" sldId="257"/>
            <ac:cxnSpMk id="91" creationId="{70443AA2-E419-E6F9-283B-266B0D222C1B}"/>
          </ac:cxnSpMkLst>
        </pc:cxnChg>
        <pc:cxnChg chg="add mod">
          <ac:chgData name="Armando Rolins" userId="135243f5ca95e166" providerId="LiveId" clId="{D4FDA2AC-E3E6-450F-887C-A91783CE478A}" dt="2025-12-17T04:27:37.907" v="1538" actId="1035"/>
          <ac:cxnSpMkLst>
            <pc:docMk/>
            <pc:sldMk cId="1820546810" sldId="257"/>
            <ac:cxnSpMk id="96" creationId="{D2AA6C80-44D2-AEA4-4E94-40E6CEE69E57}"/>
          </ac:cxnSpMkLst>
        </pc:cxnChg>
        <pc:cxnChg chg="add del mod">
          <ac:chgData name="Armando Rolins" userId="135243f5ca95e166" providerId="LiveId" clId="{D4FDA2AC-E3E6-450F-887C-A91783CE478A}" dt="2025-12-16T02:14:17.284" v="557" actId="478"/>
          <ac:cxnSpMkLst>
            <pc:docMk/>
            <pc:sldMk cId="1820546810" sldId="257"/>
            <ac:cxnSpMk id="99" creationId="{B318C9EE-F646-AE17-0AE1-8DE6EA119B89}"/>
          </ac:cxnSpMkLst>
        </pc:cxnChg>
        <pc:cxnChg chg="add del mod">
          <ac:chgData name="Armando Rolins" userId="135243f5ca95e166" providerId="LiveId" clId="{D4FDA2AC-E3E6-450F-887C-A91783CE478A}" dt="2025-12-16T02:14:17.284" v="557" actId="478"/>
          <ac:cxnSpMkLst>
            <pc:docMk/>
            <pc:sldMk cId="1820546810" sldId="257"/>
            <ac:cxnSpMk id="100" creationId="{5DA8192F-D5BB-8248-2A70-83921FA6537D}"/>
          </ac:cxnSpMkLst>
        </pc:cxnChg>
        <pc:cxnChg chg="add del mod">
          <ac:chgData name="Armando Rolins" userId="135243f5ca95e166" providerId="LiveId" clId="{D4FDA2AC-E3E6-450F-887C-A91783CE478A}" dt="2025-12-16T02:14:17.284" v="557" actId="478"/>
          <ac:cxnSpMkLst>
            <pc:docMk/>
            <pc:sldMk cId="1820546810" sldId="257"/>
            <ac:cxnSpMk id="103" creationId="{FAEDF26D-436A-0C23-285E-CD905E71017A}"/>
          </ac:cxnSpMkLst>
        </pc:cxnChg>
        <pc:cxnChg chg="add mod">
          <ac:chgData name="Armando Rolins" userId="135243f5ca95e166" providerId="LiveId" clId="{D4FDA2AC-E3E6-450F-887C-A91783CE478A}" dt="2025-12-16T02:18:37.936" v="627" actId="1035"/>
          <ac:cxnSpMkLst>
            <pc:docMk/>
            <pc:sldMk cId="1820546810" sldId="257"/>
            <ac:cxnSpMk id="120" creationId="{E74A806A-03A8-0F81-5D2C-58EB52650F82}"/>
          </ac:cxnSpMkLst>
        </pc:cxnChg>
        <pc:cxnChg chg="add mod">
          <ac:chgData name="Armando Rolins" userId="135243f5ca95e166" providerId="LiveId" clId="{D4FDA2AC-E3E6-450F-887C-A91783CE478A}" dt="2025-12-16T02:18:53.510" v="630" actId="1076"/>
          <ac:cxnSpMkLst>
            <pc:docMk/>
            <pc:sldMk cId="1820546810" sldId="257"/>
            <ac:cxnSpMk id="121" creationId="{D1F9016A-D230-6F82-B316-26E6A89E03E6}"/>
          </ac:cxnSpMkLst>
        </pc:cxnChg>
        <pc:cxnChg chg="add mod">
          <ac:chgData name="Armando Rolins" userId="135243f5ca95e166" providerId="LiveId" clId="{D4FDA2AC-E3E6-450F-887C-A91783CE478A}" dt="2025-12-16T02:19:03.438" v="632" actId="1076"/>
          <ac:cxnSpMkLst>
            <pc:docMk/>
            <pc:sldMk cId="1820546810" sldId="257"/>
            <ac:cxnSpMk id="122" creationId="{F1B31499-7BCF-07D8-A0E0-0A959A292337}"/>
          </ac:cxnSpMkLst>
        </pc:cxnChg>
        <pc:cxnChg chg="add mod">
          <ac:chgData name="Armando Rolins" userId="135243f5ca95e166" providerId="LiveId" clId="{D4FDA2AC-E3E6-450F-887C-A91783CE478A}" dt="2025-12-16T02:19:28.813" v="641" actId="1036"/>
          <ac:cxnSpMkLst>
            <pc:docMk/>
            <pc:sldMk cId="1820546810" sldId="257"/>
            <ac:cxnSpMk id="123" creationId="{3C078F71-1B11-21C7-0B17-8B0F09D31299}"/>
          </ac:cxnSpMkLst>
        </pc:cxnChg>
        <pc:cxnChg chg="add mod">
          <ac:chgData name="Armando Rolins" userId="135243f5ca95e166" providerId="LiveId" clId="{D4FDA2AC-E3E6-450F-887C-A91783CE478A}" dt="2025-12-16T02:19:27.208" v="640" actId="1036"/>
          <ac:cxnSpMkLst>
            <pc:docMk/>
            <pc:sldMk cId="1820546810" sldId="257"/>
            <ac:cxnSpMk id="126" creationId="{99541108-C184-5A06-F798-EC339242CC6F}"/>
          </ac:cxnSpMkLst>
        </pc:cxnChg>
        <pc:cxnChg chg="add mod">
          <ac:chgData name="Armando Rolins" userId="135243f5ca95e166" providerId="LiveId" clId="{D4FDA2AC-E3E6-450F-887C-A91783CE478A}" dt="2025-12-16T02:19:41.850" v="651" actId="1035"/>
          <ac:cxnSpMkLst>
            <pc:docMk/>
            <pc:sldMk cId="1820546810" sldId="257"/>
            <ac:cxnSpMk id="129" creationId="{7FF7F223-19AC-3934-44C8-619663E5D9E9}"/>
          </ac:cxnSpMkLst>
        </pc:cxnChg>
      </pc:sldChg>
      <pc:sldChg chg="del">
        <pc:chgData name="Armando Rolins" userId="135243f5ca95e166" providerId="LiveId" clId="{D4FDA2AC-E3E6-450F-887C-A91783CE478A}" dt="2025-12-16T21:45:38.436" v="1060" actId="47"/>
        <pc:sldMkLst>
          <pc:docMk/>
          <pc:sldMk cId="1504960664" sldId="258"/>
        </pc:sldMkLst>
      </pc:sldChg>
      <pc:sldChg chg="del">
        <pc:chgData name="Armando Rolins" userId="135243f5ca95e166" providerId="LiveId" clId="{D4FDA2AC-E3E6-450F-887C-A91783CE478A}" dt="2025-12-16T21:45:38.436" v="1060" actId="47"/>
        <pc:sldMkLst>
          <pc:docMk/>
          <pc:sldMk cId="3207640824" sldId="261"/>
        </pc:sldMkLst>
      </pc:sldChg>
      <pc:sldChg chg="del">
        <pc:chgData name="Armando Rolins" userId="135243f5ca95e166" providerId="LiveId" clId="{D4FDA2AC-E3E6-450F-887C-A91783CE478A}" dt="2025-12-16T21:45:38.436" v="1060" actId="47"/>
        <pc:sldMkLst>
          <pc:docMk/>
          <pc:sldMk cId="3699812298" sldId="262"/>
        </pc:sldMkLst>
      </pc:sldChg>
      <pc:sldChg chg="del">
        <pc:chgData name="Armando Rolins" userId="135243f5ca95e166" providerId="LiveId" clId="{D4FDA2AC-E3E6-450F-887C-A91783CE478A}" dt="2025-12-16T21:45:38.436" v="1060" actId="47"/>
        <pc:sldMkLst>
          <pc:docMk/>
          <pc:sldMk cId="1146412108" sldId="263"/>
        </pc:sldMkLst>
      </pc:sldChg>
      <pc:sldChg chg="del ord">
        <pc:chgData name="Armando Rolins" userId="135243f5ca95e166" providerId="LiveId" clId="{D4FDA2AC-E3E6-450F-887C-A91783CE478A}" dt="2025-12-16T21:45:38.436" v="1060" actId="47"/>
        <pc:sldMkLst>
          <pc:docMk/>
          <pc:sldMk cId="136367435" sldId="265"/>
        </pc:sldMkLst>
      </pc:sldChg>
      <pc:sldChg chg="del">
        <pc:chgData name="Armando Rolins" userId="135243f5ca95e166" providerId="LiveId" clId="{D4FDA2AC-E3E6-450F-887C-A91783CE478A}" dt="2025-12-16T21:45:38.436" v="1060" actId="47"/>
        <pc:sldMkLst>
          <pc:docMk/>
          <pc:sldMk cId="3596947968" sldId="267"/>
        </pc:sldMkLst>
      </pc:sldChg>
      <pc:sldChg chg="addSp delSp modSp new del mod modShow">
        <pc:chgData name="Armando Rolins" userId="135243f5ca95e166" providerId="LiveId" clId="{D4FDA2AC-E3E6-450F-887C-A91783CE478A}" dt="2025-12-17T13:35:28.578" v="1745" actId="47"/>
        <pc:sldMkLst>
          <pc:docMk/>
          <pc:sldMk cId="2067529137" sldId="268"/>
        </pc:sldMkLst>
        <pc:spChg chg="add mod">
          <ac:chgData name="Armando Rolins" userId="135243f5ca95e166" providerId="LiveId" clId="{D4FDA2AC-E3E6-450F-887C-A91783CE478A}" dt="2025-12-16T22:04:35.315" v="1236" actId="20577"/>
          <ac:spMkLst>
            <pc:docMk/>
            <pc:sldMk cId="2067529137" sldId="268"/>
            <ac:spMk id="2" creationId="{038295C0-57F3-0FAD-371C-3BCE4D7E11F8}"/>
          </ac:spMkLst>
        </pc:spChg>
        <pc:spChg chg="del">
          <ac:chgData name="Armando Rolins" userId="135243f5ca95e166" providerId="LiveId" clId="{D4FDA2AC-E3E6-450F-887C-A91783CE478A}" dt="2025-12-16T02:08:22.403" v="493" actId="478"/>
          <ac:spMkLst>
            <pc:docMk/>
            <pc:sldMk cId="2067529137" sldId="268"/>
            <ac:spMk id="2" creationId="{3D7BD201-C433-47D1-29F3-6741A8623B00}"/>
          </ac:spMkLst>
        </pc:spChg>
        <pc:spChg chg="del">
          <ac:chgData name="Armando Rolins" userId="135243f5ca95e166" providerId="LiveId" clId="{D4FDA2AC-E3E6-450F-887C-A91783CE478A}" dt="2025-12-16T02:08:25.499" v="494" actId="478"/>
          <ac:spMkLst>
            <pc:docMk/>
            <pc:sldMk cId="2067529137" sldId="268"/>
            <ac:spMk id="3" creationId="{E0A35C38-C503-65FC-A749-D6F64FD8E8C9}"/>
          </ac:spMkLst>
        </pc:spChg>
        <pc:spChg chg="add del">
          <ac:chgData name="Armando Rolins" userId="135243f5ca95e166" providerId="LiveId" clId="{D4FDA2AC-E3E6-450F-887C-A91783CE478A}" dt="2025-12-16T02:08:31.335" v="496" actId="478"/>
          <ac:spMkLst>
            <pc:docMk/>
            <pc:sldMk cId="2067529137" sldId="268"/>
            <ac:spMk id="5" creationId="{4CE132E9-9416-F7AF-32B2-07B5CB72E89E}"/>
          </ac:spMkLst>
        </pc:spChg>
        <pc:picChg chg="add mod">
          <ac:chgData name="Armando Rolins" userId="135243f5ca95e166" providerId="LiveId" clId="{D4FDA2AC-E3E6-450F-887C-A91783CE478A}" dt="2025-12-16T02:09:47.788" v="503" actId="1076"/>
          <ac:picMkLst>
            <pc:docMk/>
            <pc:sldMk cId="2067529137" sldId="268"/>
            <ac:picMk id="7" creationId="{E3D0AE6B-7CF1-7254-3394-9626BFE29B48}"/>
          </ac:picMkLst>
        </pc:picChg>
      </pc:sldChg>
      <pc:sldChg chg="addSp delSp modSp new mod">
        <pc:chgData name="Armando Rolins" userId="135243f5ca95e166" providerId="LiveId" clId="{D4FDA2AC-E3E6-450F-887C-A91783CE478A}" dt="2025-12-17T12:19:01.277" v="1730" actId="1076"/>
        <pc:sldMkLst>
          <pc:docMk/>
          <pc:sldMk cId="729584847" sldId="269"/>
        </pc:sldMkLst>
        <pc:spChg chg="del">
          <ac:chgData name="Armando Rolins" userId="135243f5ca95e166" providerId="LiveId" clId="{D4FDA2AC-E3E6-450F-887C-A91783CE478A}" dt="2025-12-16T21:09:16.008" v="680" actId="478"/>
          <ac:spMkLst>
            <pc:docMk/>
            <pc:sldMk cId="729584847" sldId="269"/>
            <ac:spMk id="2" creationId="{93DD43B0-743C-3D61-5B1F-F858BC6E2F40}"/>
          </ac:spMkLst>
        </pc:spChg>
        <pc:spChg chg="del">
          <ac:chgData name="Armando Rolins" userId="135243f5ca95e166" providerId="LiveId" clId="{D4FDA2AC-E3E6-450F-887C-A91783CE478A}" dt="2025-12-16T21:09:17.049" v="681" actId="478"/>
          <ac:spMkLst>
            <pc:docMk/>
            <pc:sldMk cId="729584847" sldId="269"/>
            <ac:spMk id="3" creationId="{5D59656B-4E28-803A-64C4-8DAF4E0B9201}"/>
          </ac:spMkLst>
        </pc:spChg>
        <pc:spChg chg="add mod">
          <ac:chgData name="Armando Rolins" userId="135243f5ca95e166" providerId="LiveId" clId="{D4FDA2AC-E3E6-450F-887C-A91783CE478A}" dt="2025-12-16T21:09:27.050" v="690" actId="20577"/>
          <ac:spMkLst>
            <pc:docMk/>
            <pc:sldMk cId="729584847" sldId="269"/>
            <ac:spMk id="4" creationId="{4413E96A-72CD-31C8-79B2-2A0DE0F2B761}"/>
          </ac:spMkLst>
        </pc:spChg>
        <pc:spChg chg="del mod topLvl">
          <ac:chgData name="Armando Rolins" userId="135243f5ca95e166" providerId="LiveId" clId="{D4FDA2AC-E3E6-450F-887C-A91783CE478A}" dt="2025-12-16T21:09:58.985" v="694" actId="478"/>
          <ac:spMkLst>
            <pc:docMk/>
            <pc:sldMk cId="729584847" sldId="269"/>
            <ac:spMk id="7" creationId="{71DD8C25-0E54-7D7F-6D30-5E977BF3359C}"/>
          </ac:spMkLst>
        </pc:spChg>
        <pc:spChg chg="add mod">
          <ac:chgData name="Armando Rolins" userId="135243f5ca95e166" providerId="LiveId" clId="{D4FDA2AC-E3E6-450F-887C-A91783CE478A}" dt="2025-12-16T21:25:57.708" v="811" actId="1035"/>
          <ac:spMkLst>
            <pc:docMk/>
            <pc:sldMk cId="729584847" sldId="269"/>
            <ac:spMk id="10" creationId="{B64DCED3-FA44-A507-1C99-709FE30A08B3}"/>
          </ac:spMkLst>
        </pc:spChg>
        <pc:spChg chg="add mod">
          <ac:chgData name="Armando Rolins" userId="135243f5ca95e166" providerId="LiveId" clId="{D4FDA2AC-E3E6-450F-887C-A91783CE478A}" dt="2025-12-16T21:25:57.708" v="811" actId="1035"/>
          <ac:spMkLst>
            <pc:docMk/>
            <pc:sldMk cId="729584847" sldId="269"/>
            <ac:spMk id="11" creationId="{E085EB9D-9150-AA68-456C-2DA22E550C7B}"/>
          </ac:spMkLst>
        </pc:spChg>
        <pc:spChg chg="add mod">
          <ac:chgData name="Armando Rolins" userId="135243f5ca95e166" providerId="LiveId" clId="{D4FDA2AC-E3E6-450F-887C-A91783CE478A}" dt="2025-12-16T21:25:57.708" v="811" actId="1035"/>
          <ac:spMkLst>
            <pc:docMk/>
            <pc:sldMk cId="729584847" sldId="269"/>
            <ac:spMk id="26" creationId="{2B392E75-54E7-A9BB-5D83-39567F78473F}"/>
          </ac:spMkLst>
        </pc:spChg>
        <pc:spChg chg="add mod">
          <ac:chgData name="Armando Rolins" userId="135243f5ca95e166" providerId="LiveId" clId="{D4FDA2AC-E3E6-450F-887C-A91783CE478A}" dt="2025-12-16T21:21:24.981" v="782" actId="164"/>
          <ac:spMkLst>
            <pc:docMk/>
            <pc:sldMk cId="729584847" sldId="269"/>
            <ac:spMk id="29" creationId="{CE7D95D9-2EBA-E32C-88CE-6CFC305EFAA9}"/>
          </ac:spMkLst>
        </pc:spChg>
        <pc:spChg chg="add mod">
          <ac:chgData name="Armando Rolins" userId="135243f5ca95e166" providerId="LiveId" clId="{D4FDA2AC-E3E6-450F-887C-A91783CE478A}" dt="2025-12-16T21:45:00.061" v="1057" actId="2711"/>
          <ac:spMkLst>
            <pc:docMk/>
            <pc:sldMk cId="729584847" sldId="269"/>
            <ac:spMk id="35" creationId="{D9BED1F0-B482-5BBD-0D68-BD051AF7A2EE}"/>
          </ac:spMkLst>
        </pc:spChg>
        <pc:spChg chg="add mod">
          <ac:chgData name="Armando Rolins" userId="135243f5ca95e166" providerId="LiveId" clId="{D4FDA2AC-E3E6-450F-887C-A91783CE478A}" dt="2025-12-16T21:45:09" v="1058" actId="2711"/>
          <ac:spMkLst>
            <pc:docMk/>
            <pc:sldMk cId="729584847" sldId="269"/>
            <ac:spMk id="36" creationId="{AD25C5B6-E4BD-177C-F612-5AB8CC513DBE}"/>
          </ac:spMkLst>
        </pc:spChg>
        <pc:spChg chg="add mod">
          <ac:chgData name="Armando Rolins" userId="135243f5ca95e166" providerId="LiveId" clId="{D4FDA2AC-E3E6-450F-887C-A91783CE478A}" dt="2025-12-16T21:45:09" v="1058" actId="2711"/>
          <ac:spMkLst>
            <pc:docMk/>
            <pc:sldMk cId="729584847" sldId="269"/>
            <ac:spMk id="37" creationId="{5F514464-6654-0CC1-F007-EC02E06FC7D5}"/>
          </ac:spMkLst>
        </pc:spChg>
        <pc:spChg chg="add mod">
          <ac:chgData name="Armando Rolins" userId="135243f5ca95e166" providerId="LiveId" clId="{D4FDA2AC-E3E6-450F-887C-A91783CE478A}" dt="2025-12-16T21:45:09" v="1058" actId="2711"/>
          <ac:spMkLst>
            <pc:docMk/>
            <pc:sldMk cId="729584847" sldId="269"/>
            <ac:spMk id="38" creationId="{76FEA69B-8C2C-537C-F233-93688E4B4422}"/>
          </ac:spMkLst>
        </pc:spChg>
        <pc:spChg chg="add mod">
          <ac:chgData name="Armando Rolins" userId="135243f5ca95e166" providerId="LiveId" clId="{D4FDA2AC-E3E6-450F-887C-A91783CE478A}" dt="2025-12-16T21:45:09" v="1058" actId="2711"/>
          <ac:spMkLst>
            <pc:docMk/>
            <pc:sldMk cId="729584847" sldId="269"/>
            <ac:spMk id="39" creationId="{CC1DF926-8AC5-6630-5A6F-E6A696626C41}"/>
          </ac:spMkLst>
        </pc:spChg>
        <pc:spChg chg="add mod">
          <ac:chgData name="Armando Rolins" userId="135243f5ca95e166" providerId="LiveId" clId="{D4FDA2AC-E3E6-450F-887C-A91783CE478A}" dt="2025-12-16T21:45:00.061" v="1057" actId="2711"/>
          <ac:spMkLst>
            <pc:docMk/>
            <pc:sldMk cId="729584847" sldId="269"/>
            <ac:spMk id="40" creationId="{B4B59829-25AA-49E3-43B9-51CD15F069F0}"/>
          </ac:spMkLst>
        </pc:spChg>
        <pc:spChg chg="add mod">
          <ac:chgData name="Armando Rolins" userId="135243f5ca95e166" providerId="LiveId" clId="{D4FDA2AC-E3E6-450F-887C-A91783CE478A}" dt="2025-12-16T21:45:00.061" v="1057" actId="2711"/>
          <ac:spMkLst>
            <pc:docMk/>
            <pc:sldMk cId="729584847" sldId="269"/>
            <ac:spMk id="41" creationId="{9905EB9E-F39C-3F8D-3779-C24D219E4C13}"/>
          </ac:spMkLst>
        </pc:spChg>
        <pc:grpChg chg="add del mod">
          <ac:chgData name="Armando Rolins" userId="135243f5ca95e166" providerId="LiveId" clId="{D4FDA2AC-E3E6-450F-887C-A91783CE478A}" dt="2025-12-16T21:09:58.985" v="694" actId="478"/>
          <ac:grpSpMkLst>
            <pc:docMk/>
            <pc:sldMk cId="729584847" sldId="269"/>
            <ac:grpSpMk id="5" creationId="{76033A80-7D5A-899E-76B5-65D2948EA329}"/>
          </ac:grpSpMkLst>
        </pc:grpChg>
        <pc:grpChg chg="add mod">
          <ac:chgData name="Armando Rolins" userId="135243f5ca95e166" providerId="LiveId" clId="{D4FDA2AC-E3E6-450F-887C-A91783CE478A}" dt="2025-12-16T21:21:24.981" v="782" actId="164"/>
          <ac:grpSpMkLst>
            <pc:docMk/>
            <pc:sldMk cId="729584847" sldId="269"/>
            <ac:grpSpMk id="32" creationId="{8CEC6535-8D8D-35F7-F4E8-1A889C5F3C1A}"/>
          </ac:grpSpMkLst>
        </pc:grpChg>
        <pc:picChg chg="add mod">
          <ac:chgData name="Armando Rolins" userId="135243f5ca95e166" providerId="LiveId" clId="{D4FDA2AC-E3E6-450F-887C-A91783CE478A}" dt="2025-12-17T12:19:01.277" v="1730" actId="1076"/>
          <ac:picMkLst>
            <pc:docMk/>
            <pc:sldMk cId="729584847" sldId="269"/>
            <ac:picMk id="2" creationId="{11FA63E1-0FB7-B1BE-AC12-7BAF70F2570F}"/>
          </ac:picMkLst>
        </pc:picChg>
        <pc:picChg chg="mod topLvl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6" creationId="{0C42A336-73A5-E22A-4C7D-FE6F44E41900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8" creationId="{8B0B6039-8152-B1B6-DF22-BE3206B4EED3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9" creationId="{B6B76A65-DDF6-77A3-9DC3-0A38D5B5D76E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14" creationId="{2C36B32C-04C1-6B35-114D-9022E60E5E88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19" creationId="{DC30D58D-6156-F091-321F-5153A9FDB293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21" creationId="{32BF7970-C428-AFFE-0684-1D7076F6E315}"/>
          </ac:picMkLst>
        </pc:picChg>
        <pc:picChg chg="add mod">
          <ac:chgData name="Armando Rolins" userId="135243f5ca95e166" providerId="LiveId" clId="{D4FDA2AC-E3E6-450F-887C-A91783CE478A}" dt="2025-12-16T21:25:57.708" v="811" actId="1035"/>
          <ac:picMkLst>
            <pc:docMk/>
            <pc:sldMk cId="729584847" sldId="269"/>
            <ac:picMk id="23" creationId="{FB9FDD5E-880E-5038-1747-1CB82734E8B4}"/>
          </ac:picMkLst>
        </pc:picChg>
        <pc:picChg chg="add mod">
          <ac:chgData name="Armando Rolins" userId="135243f5ca95e166" providerId="LiveId" clId="{D4FDA2AC-E3E6-450F-887C-A91783CE478A}" dt="2025-12-16T21:21:24.981" v="782" actId="164"/>
          <ac:picMkLst>
            <pc:docMk/>
            <pc:sldMk cId="729584847" sldId="269"/>
            <ac:picMk id="31" creationId="{010F8057-C9D6-6B60-2635-92C962CD4C2D}"/>
          </ac:picMkLst>
        </pc:picChg>
        <pc:picChg chg="add mod modCrop">
          <ac:chgData name="Armando Rolins" userId="135243f5ca95e166" providerId="LiveId" clId="{D4FDA2AC-E3E6-450F-887C-A91783CE478A}" dt="2025-12-16T21:30:56.508" v="935" actId="1076"/>
          <ac:picMkLst>
            <pc:docMk/>
            <pc:sldMk cId="729584847" sldId="269"/>
            <ac:picMk id="34" creationId="{46A75294-6E69-9071-3E98-DFAD5453E32D}"/>
          </ac:picMkLst>
        </pc:picChg>
        <pc:picChg chg="add del mod">
          <ac:chgData name="Armando Rolins" userId="135243f5ca95e166" providerId="LiveId" clId="{D4FDA2AC-E3E6-450F-887C-A91783CE478A}" dt="2025-12-16T21:30:48.728" v="933" actId="478"/>
          <ac:picMkLst>
            <pc:docMk/>
            <pc:sldMk cId="729584847" sldId="269"/>
            <ac:picMk id="42" creationId="{B9BB876B-68E8-9FAA-ACF8-7FDF8241CA70}"/>
          </ac:picMkLst>
        </pc:picChg>
        <pc:picChg chg="add mod">
          <ac:chgData name="Armando Rolins" userId="135243f5ca95e166" providerId="LiveId" clId="{D4FDA2AC-E3E6-450F-887C-A91783CE478A}" dt="2025-12-16T21:31:25.806" v="940" actId="1076"/>
          <ac:picMkLst>
            <pc:docMk/>
            <pc:sldMk cId="729584847" sldId="269"/>
            <ac:picMk id="43" creationId="{89D79704-0647-8D71-D6E9-55C2F1E16691}"/>
          </ac:picMkLst>
        </pc:picChg>
        <pc:picChg chg="add mod modCrop">
          <ac:chgData name="Armando Rolins" userId="135243f5ca95e166" providerId="LiveId" clId="{D4FDA2AC-E3E6-450F-887C-A91783CE478A}" dt="2025-12-16T21:33:06.483" v="953" actId="1076"/>
          <ac:picMkLst>
            <pc:docMk/>
            <pc:sldMk cId="729584847" sldId="269"/>
            <ac:picMk id="45" creationId="{38DAFDD5-72FE-E93A-0785-74692D2FD421}"/>
          </ac:picMkLst>
        </pc:picChg>
        <pc:picChg chg="add mod modCrop">
          <ac:chgData name="Armando Rolins" userId="135243f5ca95e166" providerId="LiveId" clId="{D4FDA2AC-E3E6-450F-887C-A91783CE478A}" dt="2025-12-16T21:44:25.257" v="1055" actId="29295"/>
          <ac:picMkLst>
            <pc:docMk/>
            <pc:sldMk cId="729584847" sldId="269"/>
            <ac:picMk id="47" creationId="{829E184B-D6F2-4BBC-7A69-1A18A9A9C356}"/>
          </ac:picMkLst>
        </pc:picChg>
        <pc:picChg chg="add mod modCrop">
          <ac:chgData name="Armando Rolins" userId="135243f5ca95e166" providerId="LiveId" clId="{D4FDA2AC-E3E6-450F-887C-A91783CE478A}" dt="2025-12-16T21:39:01.884" v="999" actId="1037"/>
          <ac:picMkLst>
            <pc:docMk/>
            <pc:sldMk cId="729584847" sldId="269"/>
            <ac:picMk id="49" creationId="{151634D0-591E-6A92-8970-0E1DD6EEAC86}"/>
          </ac:picMkLst>
        </pc:picChg>
        <pc:picChg chg="add mod">
          <ac:chgData name="Armando Rolins" userId="135243f5ca95e166" providerId="LiveId" clId="{D4FDA2AC-E3E6-450F-887C-A91783CE478A}" dt="2025-12-16T21:39:01.884" v="999" actId="1037"/>
          <ac:picMkLst>
            <pc:docMk/>
            <pc:sldMk cId="729584847" sldId="269"/>
            <ac:picMk id="50" creationId="{A4C5E2EF-3980-EE80-E171-1BF98A499A20}"/>
          </ac:picMkLst>
        </pc:picChg>
        <pc:picChg chg="add mod">
          <ac:chgData name="Armando Rolins" userId="135243f5ca95e166" providerId="LiveId" clId="{D4FDA2AC-E3E6-450F-887C-A91783CE478A}" dt="2025-12-16T21:37:46.813" v="994" actId="1076"/>
          <ac:picMkLst>
            <pc:docMk/>
            <pc:sldMk cId="729584847" sldId="269"/>
            <ac:picMk id="51" creationId="{259E5D5B-7444-B3FA-FCBA-58002C3ACEE2}"/>
          </ac:picMkLst>
        </pc:picChg>
        <pc:picChg chg="add mod">
          <ac:chgData name="Armando Rolins" userId="135243f5ca95e166" providerId="LiveId" clId="{D4FDA2AC-E3E6-450F-887C-A91783CE478A}" dt="2025-12-16T21:39:01.884" v="999" actId="1037"/>
          <ac:picMkLst>
            <pc:docMk/>
            <pc:sldMk cId="729584847" sldId="269"/>
            <ac:picMk id="52" creationId="{9F23C804-0839-5C57-38AE-6C823BAD9321}"/>
          </ac:picMkLst>
        </pc:picChg>
        <pc:picChg chg="add mod modCrop">
          <ac:chgData name="Armando Rolins" userId="135243f5ca95e166" providerId="LiveId" clId="{D4FDA2AC-E3E6-450F-887C-A91783CE478A}" dt="2025-12-16T21:44:25.257" v="1055" actId="29295"/>
          <ac:picMkLst>
            <pc:docMk/>
            <pc:sldMk cId="729584847" sldId="269"/>
            <ac:picMk id="54" creationId="{EB65AAF1-21DD-CEF4-E8E8-40FCEAFA84CB}"/>
          </ac:picMkLst>
        </pc:picChg>
        <pc:picChg chg="add mod">
          <ac:chgData name="Armando Rolins" userId="135243f5ca95e166" providerId="LiveId" clId="{D4FDA2AC-E3E6-450F-887C-A91783CE478A}" dt="2025-12-16T21:41:58.346" v="1025" actId="1036"/>
          <ac:picMkLst>
            <pc:docMk/>
            <pc:sldMk cId="729584847" sldId="269"/>
            <ac:picMk id="56" creationId="{9033C3DD-7426-32AB-B104-E50911834DFC}"/>
          </ac:picMkLst>
        </pc:picChg>
        <pc:picChg chg="add mod">
          <ac:chgData name="Armando Rolins" userId="135243f5ca95e166" providerId="LiveId" clId="{D4FDA2AC-E3E6-450F-887C-A91783CE478A}" dt="2025-12-17T12:18:59.365" v="1729" actId="1076"/>
          <ac:picMkLst>
            <pc:docMk/>
            <pc:sldMk cId="729584847" sldId="269"/>
            <ac:picMk id="57" creationId="{46C43128-01A7-0EC5-BB3E-BB8C95B0BE0D}"/>
          </ac:picMkLst>
        </pc:picChg>
        <pc:picChg chg="add mod modCrop">
          <ac:chgData name="Armando Rolins" userId="135243f5ca95e166" providerId="LiveId" clId="{D4FDA2AC-E3E6-450F-887C-A91783CE478A}" dt="2025-12-16T21:43:57.782" v="1053" actId="1036"/>
          <ac:picMkLst>
            <pc:docMk/>
            <pc:sldMk cId="729584847" sldId="269"/>
            <ac:picMk id="59" creationId="{3568C2EE-82C5-796F-7AF7-DF3829067770}"/>
          </ac:picMkLst>
        </pc:picChg>
        <pc:cxnChg chg="add">
          <ac:chgData name="Armando Rolins" userId="135243f5ca95e166" providerId="LiveId" clId="{D4FDA2AC-E3E6-450F-887C-A91783CE478A}" dt="2025-12-16T21:13:11.627" v="738" actId="11529"/>
          <ac:cxnSpMkLst>
            <pc:docMk/>
            <pc:sldMk cId="729584847" sldId="269"/>
            <ac:cxnSpMk id="13" creationId="{EFD35371-DBAB-9A58-4EE3-03875D629A9D}"/>
          </ac:cxnSpMkLst>
        </pc:cxnChg>
        <pc:cxnChg chg="add mod">
          <ac:chgData name="Armando Rolins" userId="135243f5ca95e166" providerId="LiveId" clId="{D4FDA2AC-E3E6-450F-887C-A91783CE478A}" dt="2025-12-16T21:14:50.025" v="746" actId="14100"/>
          <ac:cxnSpMkLst>
            <pc:docMk/>
            <pc:sldMk cId="729584847" sldId="269"/>
            <ac:cxnSpMk id="15" creationId="{A011108D-CB6F-3FB7-FB72-FBE25351728E}"/>
          </ac:cxnSpMkLst>
        </pc:cxnChg>
        <pc:cxnChg chg="add del mod">
          <ac:chgData name="Armando Rolins" userId="135243f5ca95e166" providerId="LiveId" clId="{D4FDA2AC-E3E6-450F-887C-A91783CE478A}" dt="2025-12-16T21:18:37.059" v="762" actId="478"/>
          <ac:cxnSpMkLst>
            <pc:docMk/>
            <pc:sldMk cId="729584847" sldId="269"/>
            <ac:cxnSpMk id="25" creationId="{EEFB6075-8EBE-8918-087A-9FB6AC66773C}"/>
          </ac:cxnSpMkLst>
        </pc:cxnChg>
        <pc:cxnChg chg="add">
          <ac:chgData name="Armando Rolins" userId="135243f5ca95e166" providerId="LiveId" clId="{D4FDA2AC-E3E6-450F-887C-A91783CE478A}" dt="2025-12-16T21:19:03.565" v="775" actId="11529"/>
          <ac:cxnSpMkLst>
            <pc:docMk/>
            <pc:sldMk cId="729584847" sldId="269"/>
            <ac:cxnSpMk id="28" creationId="{00E21EDA-69CD-9937-CE7A-E5C6EA1F3ECE}"/>
          </ac:cxnSpMkLst>
        </pc:cxnChg>
      </pc:sldChg>
      <pc:sldChg chg="addSp delSp modSp new mod">
        <pc:chgData name="Armando Rolins" userId="135243f5ca95e166" providerId="LiveId" clId="{D4FDA2AC-E3E6-450F-887C-A91783CE478A}" dt="2025-12-16T23:06:27.190" v="1434" actId="12"/>
        <pc:sldMkLst>
          <pc:docMk/>
          <pc:sldMk cId="4155851754" sldId="270"/>
        </pc:sldMkLst>
        <pc:spChg chg="del">
          <ac:chgData name="Armando Rolins" userId="135243f5ca95e166" providerId="LiveId" clId="{D4FDA2AC-E3E6-450F-887C-A91783CE478A}" dt="2025-12-16T21:54:15.563" v="1063" actId="478"/>
          <ac:spMkLst>
            <pc:docMk/>
            <pc:sldMk cId="4155851754" sldId="270"/>
            <ac:spMk id="2" creationId="{5510CD43-0F87-89A9-8515-41710FE95F55}"/>
          </ac:spMkLst>
        </pc:spChg>
        <pc:spChg chg="del">
          <ac:chgData name="Armando Rolins" userId="135243f5ca95e166" providerId="LiveId" clId="{D4FDA2AC-E3E6-450F-887C-A91783CE478A}" dt="2025-12-16T21:54:16.762" v="1064" actId="478"/>
          <ac:spMkLst>
            <pc:docMk/>
            <pc:sldMk cId="4155851754" sldId="270"/>
            <ac:spMk id="3" creationId="{F91704D8-6AE1-C954-7CBC-2B532677B406}"/>
          </ac:spMkLst>
        </pc:spChg>
        <pc:spChg chg="add mod">
          <ac:chgData name="Armando Rolins" userId="135243f5ca95e166" providerId="LiveId" clId="{D4FDA2AC-E3E6-450F-887C-A91783CE478A}" dt="2025-12-16T21:54:36.509" v="1102" actId="20577"/>
          <ac:spMkLst>
            <pc:docMk/>
            <pc:sldMk cId="4155851754" sldId="270"/>
            <ac:spMk id="4" creationId="{A76BDC77-C158-7A22-66BC-F819019A0064}"/>
          </ac:spMkLst>
        </pc:spChg>
        <pc:spChg chg="add mod">
          <ac:chgData name="Armando Rolins" userId="135243f5ca95e166" providerId="LiveId" clId="{D4FDA2AC-E3E6-450F-887C-A91783CE478A}" dt="2025-12-16T21:59:32.656" v="1184" actId="14100"/>
          <ac:spMkLst>
            <pc:docMk/>
            <pc:sldMk cId="4155851754" sldId="270"/>
            <ac:spMk id="5" creationId="{48CF6E2D-0243-B1A9-E03A-8D4CBAD968AE}"/>
          </ac:spMkLst>
        </pc:spChg>
        <pc:spChg chg="add del mod">
          <ac:chgData name="Armando Rolins" userId="135243f5ca95e166" providerId="LiveId" clId="{D4FDA2AC-E3E6-450F-887C-A91783CE478A}" dt="2025-12-16T21:57:07.447" v="1121" actId="478"/>
          <ac:spMkLst>
            <pc:docMk/>
            <pc:sldMk cId="4155851754" sldId="270"/>
            <ac:spMk id="6" creationId="{E0453830-DC87-C3ED-834A-B30532FD0513}"/>
          </ac:spMkLst>
        </pc:spChg>
        <pc:spChg chg="add mod">
          <ac:chgData name="Armando Rolins" userId="135243f5ca95e166" providerId="LiveId" clId="{D4FDA2AC-E3E6-450F-887C-A91783CE478A}" dt="2025-12-16T21:59:44.489" v="1185" actId="14100"/>
          <ac:spMkLst>
            <pc:docMk/>
            <pc:sldMk cId="4155851754" sldId="270"/>
            <ac:spMk id="8" creationId="{494A239F-E61C-20C9-44C5-65798A55AAEA}"/>
          </ac:spMkLst>
        </pc:spChg>
        <pc:spChg chg="add mod">
          <ac:chgData name="Armando Rolins" userId="135243f5ca95e166" providerId="LiveId" clId="{D4FDA2AC-E3E6-450F-887C-A91783CE478A}" dt="2025-12-16T22:06:15.314" v="1277" actId="20577"/>
          <ac:spMkLst>
            <pc:docMk/>
            <pc:sldMk cId="4155851754" sldId="270"/>
            <ac:spMk id="9" creationId="{F0A61DF6-63A9-DAD5-4720-D48A2E376F13}"/>
          </ac:spMkLst>
        </pc:spChg>
        <pc:spChg chg="add mod">
          <ac:chgData name="Armando Rolins" userId="135243f5ca95e166" providerId="LiveId" clId="{D4FDA2AC-E3E6-450F-887C-A91783CE478A}" dt="2025-12-16T22:01:49.804" v="1223" actId="20577"/>
          <ac:spMkLst>
            <pc:docMk/>
            <pc:sldMk cId="4155851754" sldId="270"/>
            <ac:spMk id="10" creationId="{61B580F9-4471-A151-25D3-BD09850DD209}"/>
          </ac:spMkLst>
        </pc:spChg>
        <pc:spChg chg="add mod">
          <ac:chgData name="Armando Rolins" userId="135243f5ca95e166" providerId="LiveId" clId="{D4FDA2AC-E3E6-450F-887C-A91783CE478A}" dt="2025-12-16T22:08:02.425" v="1309" actId="20577"/>
          <ac:spMkLst>
            <pc:docMk/>
            <pc:sldMk cId="4155851754" sldId="270"/>
            <ac:spMk id="11" creationId="{CA9472A7-F303-34F6-A9B1-7DF91DCDC08A}"/>
          </ac:spMkLst>
        </pc:spChg>
        <pc:spChg chg="add mod">
          <ac:chgData name="Armando Rolins" userId="135243f5ca95e166" providerId="LiveId" clId="{D4FDA2AC-E3E6-450F-887C-A91783CE478A}" dt="2025-12-16T23:04:27.163" v="1393" actId="12"/>
          <ac:spMkLst>
            <pc:docMk/>
            <pc:sldMk cId="4155851754" sldId="270"/>
            <ac:spMk id="12" creationId="{B0889818-5119-A275-E7DB-01A8B7F86F2F}"/>
          </ac:spMkLst>
        </pc:spChg>
        <pc:spChg chg="add mod">
          <ac:chgData name="Armando Rolins" userId="135243f5ca95e166" providerId="LiveId" clId="{D4FDA2AC-E3E6-450F-887C-A91783CE478A}" dt="2025-12-16T23:04:55.543" v="1394"/>
          <ac:spMkLst>
            <pc:docMk/>
            <pc:sldMk cId="4155851754" sldId="270"/>
            <ac:spMk id="13" creationId="{A2AC919A-6248-9F0C-F2AF-BC1EA78CE043}"/>
          </ac:spMkLst>
        </pc:spChg>
        <pc:spChg chg="add mod">
          <ac:chgData name="Armando Rolins" userId="135243f5ca95e166" providerId="LiveId" clId="{D4FDA2AC-E3E6-450F-887C-A91783CE478A}" dt="2025-12-16T23:04:55.543" v="1394"/>
          <ac:spMkLst>
            <pc:docMk/>
            <pc:sldMk cId="4155851754" sldId="270"/>
            <ac:spMk id="14" creationId="{C9341EB7-67BB-629E-9150-1D77552F26D4}"/>
          </ac:spMkLst>
        </pc:spChg>
        <pc:spChg chg="add mod">
          <ac:chgData name="Armando Rolins" userId="135243f5ca95e166" providerId="LiveId" clId="{D4FDA2AC-E3E6-450F-887C-A91783CE478A}" dt="2025-12-16T23:05:17.876" v="1418" actId="20577"/>
          <ac:spMkLst>
            <pc:docMk/>
            <pc:sldMk cId="4155851754" sldId="270"/>
            <ac:spMk id="15" creationId="{39538918-B503-0EF3-0B4F-34C04D405219}"/>
          </ac:spMkLst>
        </pc:spChg>
        <pc:spChg chg="add mod">
          <ac:chgData name="Armando Rolins" userId="135243f5ca95e166" providerId="LiveId" clId="{D4FDA2AC-E3E6-450F-887C-A91783CE478A}" dt="2025-12-16T23:06:27.190" v="1434" actId="12"/>
          <ac:spMkLst>
            <pc:docMk/>
            <pc:sldMk cId="4155851754" sldId="270"/>
            <ac:spMk id="16" creationId="{BE50A742-D1C2-21D7-39D9-C51F4AAD2A0B}"/>
          </ac:spMkLst>
        </pc:spChg>
      </pc:sldChg>
      <pc:sldChg chg="delSp modSp add del mod">
        <pc:chgData name="Armando Rolins" userId="135243f5ca95e166" providerId="LiveId" clId="{D4FDA2AC-E3E6-450F-887C-A91783CE478A}" dt="2025-12-17T04:30:10.049" v="1561" actId="47"/>
        <pc:sldMkLst>
          <pc:docMk/>
          <pc:sldMk cId="1140609931" sldId="271"/>
        </pc:sldMkLst>
        <pc:spChg chg="mod">
          <ac:chgData name="Armando Rolins" userId="135243f5ca95e166" providerId="LiveId" clId="{D4FDA2AC-E3E6-450F-887C-A91783CE478A}" dt="2025-12-16T23:06:56.419" v="1452" actId="20577"/>
          <ac:spMkLst>
            <pc:docMk/>
            <pc:sldMk cId="1140609931" sldId="271"/>
            <ac:spMk id="4" creationId="{DF2D7F41-49A3-8716-3460-0C5103BE407D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5" creationId="{37F3C36E-78CD-D309-6F33-8836DD309AE6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8" creationId="{C28A8054-2465-0B04-C35D-CD07EB37A492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9" creationId="{FBDE5D91-3C81-85B6-B3A7-CBC53822988B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10" creationId="{E718BAAB-36DC-4D2E-E963-99109506D6BE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11" creationId="{DDAA86A8-76DC-7FDF-C8AE-651ED65ECC67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12" creationId="{8DFC0E2E-452F-92F1-D059-56897741A602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15" creationId="{3A2DB116-3F24-367B-9C04-298FF6C12EC0}"/>
          </ac:spMkLst>
        </pc:spChg>
        <pc:spChg chg="del">
          <ac:chgData name="Armando Rolins" userId="135243f5ca95e166" providerId="LiveId" clId="{D4FDA2AC-E3E6-450F-887C-A91783CE478A}" dt="2025-12-16T23:07:02.392" v="1453" actId="478"/>
          <ac:spMkLst>
            <pc:docMk/>
            <pc:sldMk cId="1140609931" sldId="271"/>
            <ac:spMk id="16" creationId="{DFEA4C7C-B1BE-94D1-A425-D4407F4CF064}"/>
          </ac:spMkLst>
        </pc:spChg>
      </pc:sldChg>
      <pc:sldChg chg="addSp delSp modSp add mod ord">
        <pc:chgData name="Armando Rolins" userId="135243f5ca95e166" providerId="LiveId" clId="{D4FDA2AC-E3E6-450F-887C-A91783CE478A}" dt="2025-12-17T12:15:57.878" v="1721" actId="20577"/>
        <pc:sldMkLst>
          <pc:docMk/>
          <pc:sldMk cId="758214186" sldId="272"/>
        </pc:sldMkLst>
        <pc:spChg chg="mod">
          <ac:chgData name="Armando Rolins" userId="135243f5ca95e166" providerId="LiveId" clId="{D4FDA2AC-E3E6-450F-887C-A91783CE478A}" dt="2025-12-16T23:16:45.641" v="1495" actId="20577"/>
          <ac:spMkLst>
            <pc:docMk/>
            <pc:sldMk cId="758214186" sldId="272"/>
            <ac:spMk id="4" creationId="{F5D4BAF6-6D2F-DCE2-0282-3CE209844BE5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5" creationId="{D6EDBCC2-E6FC-2DCB-5C3F-869F310E9EC2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8" creationId="{2467FE2A-96A7-2739-EB22-F14CD097B5B3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9" creationId="{6D5B2821-6A44-1922-67A9-2BB9117D70FD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10" creationId="{CC3B7C51-330F-C715-FBF3-EC65F8AF7401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11" creationId="{DEDD7236-6BF0-FD8C-7C89-2BE7D8570D47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12" creationId="{ABE6799D-FB8F-78F1-4492-355877CF96BC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15" creationId="{D0B04CE9-44D5-A56C-A46E-F3271D1A8247}"/>
          </ac:spMkLst>
        </pc:spChg>
        <pc:spChg chg="del">
          <ac:chgData name="Armando Rolins" userId="135243f5ca95e166" providerId="LiveId" clId="{D4FDA2AC-E3E6-450F-887C-A91783CE478A}" dt="2025-12-16T23:16:40.310" v="1484" actId="478"/>
          <ac:spMkLst>
            <pc:docMk/>
            <pc:sldMk cId="758214186" sldId="272"/>
            <ac:spMk id="16" creationId="{811A02A8-6887-3FED-1EF3-0688090399FE}"/>
          </ac:spMkLst>
        </pc:spChg>
        <pc:graphicFrameChg chg="add del mod modGraphic">
          <ac:chgData name="Armando Rolins" userId="135243f5ca95e166" providerId="LiveId" clId="{D4FDA2AC-E3E6-450F-887C-A91783CE478A}" dt="2025-12-17T12:15:57.878" v="1721" actId="20577"/>
          <ac:graphicFrameMkLst>
            <pc:docMk/>
            <pc:sldMk cId="758214186" sldId="272"/>
            <ac:graphicFrameMk id="2" creationId="{57D2E959-DF17-0F37-AC0F-DDEF85909B9B}"/>
          </ac:graphicFrameMkLst>
        </pc:graphicFrameChg>
        <pc:graphicFrameChg chg="add del mod">
          <ac:chgData name="Armando Rolins" userId="135243f5ca95e166" providerId="LiveId" clId="{D4FDA2AC-E3E6-450F-887C-A91783CE478A}" dt="2025-12-17T04:33:33.541" v="1620" actId="478"/>
          <ac:graphicFrameMkLst>
            <pc:docMk/>
            <pc:sldMk cId="758214186" sldId="272"/>
            <ac:graphicFrameMk id="3" creationId="{1252A17B-9F53-0B0A-E817-B182854C8C8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38E72-2D1F-4B95-BA3F-DAEA6EC6FFCE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F76BA-F97B-42DD-8C8D-1D75964445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40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1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6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2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2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0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9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2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7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9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4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2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20DFAB4-6DE9-285F-EF55-762C8A9DAEB1}"/>
              </a:ext>
            </a:extLst>
          </p:cNvPr>
          <p:cNvCxnSpPr/>
          <p:nvPr userDrawn="1"/>
        </p:nvCxnSpPr>
        <p:spPr>
          <a:xfrm>
            <a:off x="487017" y="824948"/>
            <a:ext cx="5128592" cy="0"/>
          </a:xfrm>
          <a:prstGeom prst="line">
            <a:avLst/>
          </a:prstGeom>
          <a:ln w="57150">
            <a:solidFill>
              <a:srgbClr val="22B1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9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3.png"/><Relationship Id="rId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1DB30A6-E34C-FB1E-EDDC-37177D79A353}"/>
              </a:ext>
            </a:extLst>
          </p:cNvPr>
          <p:cNvSpPr/>
          <p:nvPr/>
        </p:nvSpPr>
        <p:spPr>
          <a:xfrm>
            <a:off x="-729343" y="762000"/>
            <a:ext cx="435428" cy="424543"/>
          </a:xfrm>
          <a:prstGeom prst="ellipse">
            <a:avLst/>
          </a:prstGeom>
          <a:solidFill>
            <a:srgbClr val="22B1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01046DC-4D19-B30C-0948-743ED7FD0A4E}"/>
              </a:ext>
            </a:extLst>
          </p:cNvPr>
          <p:cNvSpPr/>
          <p:nvPr/>
        </p:nvSpPr>
        <p:spPr>
          <a:xfrm>
            <a:off x="-729343" y="1447799"/>
            <a:ext cx="435428" cy="4245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riângulo Retângulo 18">
            <a:extLst>
              <a:ext uri="{FF2B5EF4-FFF2-40B4-BE49-F238E27FC236}">
                <a16:creationId xmlns:a16="http://schemas.microsoft.com/office/drawing/2014/main" id="{F4E9F52C-DF2C-6295-9B06-479DB7F01A7A}"/>
              </a:ext>
            </a:extLst>
          </p:cNvPr>
          <p:cNvSpPr/>
          <p:nvPr/>
        </p:nvSpPr>
        <p:spPr>
          <a:xfrm>
            <a:off x="-10886" y="2166257"/>
            <a:ext cx="6193971" cy="470262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riângulo Retângulo 19">
            <a:extLst>
              <a:ext uri="{FF2B5EF4-FFF2-40B4-BE49-F238E27FC236}">
                <a16:creationId xmlns:a16="http://schemas.microsoft.com/office/drawing/2014/main" id="{68925BC7-AC91-0483-3FE8-9E6A678F4D1E}"/>
              </a:ext>
            </a:extLst>
          </p:cNvPr>
          <p:cNvSpPr/>
          <p:nvPr/>
        </p:nvSpPr>
        <p:spPr>
          <a:xfrm rot="5400000">
            <a:off x="-756557" y="734785"/>
            <a:ext cx="6193971" cy="4702629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 descr="Forma&#10;&#10;O conteúdo gerado por IA pode estar incorreto.">
            <a:extLst>
              <a:ext uri="{FF2B5EF4-FFF2-40B4-BE49-F238E27FC236}">
                <a16:creationId xmlns:a16="http://schemas.microsoft.com/office/drawing/2014/main" id="{7A35D600-864C-C393-7111-423394CFC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06" y="2403818"/>
            <a:ext cx="3292328" cy="225264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6114C1-70CC-5FCE-4E34-4047C005CEEF}"/>
              </a:ext>
            </a:extLst>
          </p:cNvPr>
          <p:cNvSpPr txBox="1"/>
          <p:nvPr/>
        </p:nvSpPr>
        <p:spPr>
          <a:xfrm>
            <a:off x="5889170" y="2841794"/>
            <a:ext cx="5659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latin typeface="Segoe UI" panose="020B0502040204020203" pitchFamily="34" charset="0"/>
                <a:cs typeface="Segoe UI" panose="020B0502040204020203" pitchFamily="34" charset="0"/>
              </a:rPr>
              <a:t>Case – </a:t>
            </a:r>
            <a:r>
              <a:rPr lang="pt-BR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Analytics</a:t>
            </a:r>
            <a:r>
              <a:rPr lang="pt-BR" sz="4000" dirty="0">
                <a:latin typeface="Segoe UI" panose="020B0502040204020203" pitchFamily="34" charset="0"/>
                <a:cs typeface="Segoe UI" panose="020B0502040204020203" pitchFamily="34" charset="0"/>
              </a:rPr>
              <a:t> Eng.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D585A8-7649-F474-E77F-7A34710ABFBF}"/>
              </a:ext>
            </a:extLst>
          </p:cNvPr>
          <p:cNvSpPr txBox="1"/>
          <p:nvPr/>
        </p:nvSpPr>
        <p:spPr>
          <a:xfrm>
            <a:off x="6009674" y="3560566"/>
            <a:ext cx="241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Armando Rolins</a:t>
            </a:r>
          </a:p>
        </p:txBody>
      </p:sp>
    </p:spTree>
    <p:extLst>
      <p:ext uri="{BB962C8B-B14F-4D97-AF65-F5344CB8AC3E}">
        <p14:creationId xmlns:p14="http://schemas.microsoft.com/office/powerpoint/2010/main" val="280653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413E96A-72CD-31C8-79B2-2A0DE0F2B761}"/>
              </a:ext>
            </a:extLst>
          </p:cNvPr>
          <p:cNvSpPr txBox="1"/>
          <p:nvPr/>
        </p:nvSpPr>
        <p:spPr>
          <a:xfrm>
            <a:off x="446313" y="141514"/>
            <a:ext cx="1143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Objetivo</a:t>
            </a:r>
          </a:p>
        </p:txBody>
      </p:sp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0C42A336-73A5-E22A-4C7D-FE6F44E41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36" y="1752906"/>
            <a:ext cx="543980" cy="543980"/>
          </a:xfrm>
          <a:prstGeom prst="rect">
            <a:avLst/>
          </a:prstGeom>
        </p:spPr>
      </p:pic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8B0B6039-8152-B1B6-DF22-BE3206B4E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36" y="2362201"/>
            <a:ext cx="543980" cy="543980"/>
          </a:xfrm>
          <a:prstGeom prst="rect">
            <a:avLst/>
          </a:prstGeom>
        </p:spPr>
      </p:pic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B6B76A65-DDF6-77A3-9DC3-0A38D5B5D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36" y="2971496"/>
            <a:ext cx="543980" cy="54398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64DCED3-FA44-A507-1C99-709FE30A08B3}"/>
              </a:ext>
            </a:extLst>
          </p:cNvPr>
          <p:cNvSpPr/>
          <p:nvPr/>
        </p:nvSpPr>
        <p:spPr>
          <a:xfrm>
            <a:off x="4147458" y="1960039"/>
            <a:ext cx="2340428" cy="12185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/>
              <a:t>ETL</a:t>
            </a:r>
            <a:endParaRPr lang="pt-BR" dirty="0"/>
          </a:p>
        </p:txBody>
      </p:sp>
      <p:sp>
        <p:nvSpPr>
          <p:cNvPr id="11" name="Chave Direita 10">
            <a:extLst>
              <a:ext uri="{FF2B5EF4-FFF2-40B4-BE49-F238E27FC236}">
                <a16:creationId xmlns:a16="http://schemas.microsoft.com/office/drawing/2014/main" id="{E085EB9D-9150-AA68-456C-2DA22E550C7B}"/>
              </a:ext>
            </a:extLst>
          </p:cNvPr>
          <p:cNvSpPr/>
          <p:nvPr/>
        </p:nvSpPr>
        <p:spPr>
          <a:xfrm>
            <a:off x="1382716" y="1752907"/>
            <a:ext cx="543980" cy="17625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FD35371-DBAB-9A58-4EE3-03875D629A9D}"/>
              </a:ext>
            </a:extLst>
          </p:cNvPr>
          <p:cNvCxnSpPr>
            <a:stCxn id="11" idx="1"/>
          </p:cNvCxnSpPr>
          <p:nvPr/>
        </p:nvCxnSpPr>
        <p:spPr>
          <a:xfrm flipV="1">
            <a:off x="1926696" y="2623458"/>
            <a:ext cx="2013933" cy="1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áfico 13" descr="Banco de dados com preenchimento sólido">
            <a:extLst>
              <a:ext uri="{FF2B5EF4-FFF2-40B4-BE49-F238E27FC236}">
                <a16:creationId xmlns:a16="http://schemas.microsoft.com/office/drawing/2014/main" id="{2C36B32C-04C1-6B35-114D-9022E60E5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541" y="2068744"/>
            <a:ext cx="1011687" cy="1011687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011108D-CB6F-3FB7-FB72-FBE25351728E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571508" y="2569334"/>
            <a:ext cx="1672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DC30D58D-6156-F091-321F-5153A9FDB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107" y="1169706"/>
            <a:ext cx="562202" cy="523221"/>
          </a:xfrm>
          <a:prstGeom prst="rect">
            <a:avLst/>
          </a:prstGeom>
        </p:spPr>
      </p:pic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2BF7970-C428-AFFE-0684-1D7076F6E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021" y="2219791"/>
            <a:ext cx="699086" cy="699086"/>
          </a:xfrm>
          <a:prstGeom prst="rect">
            <a:avLst/>
          </a:prstGeom>
        </p:spPr>
      </p:pic>
      <p:pic>
        <p:nvPicPr>
          <p:cNvPr id="23" name="Gráfico 22" descr="Estatísticas com preenchimento sólido">
            <a:extLst>
              <a:ext uri="{FF2B5EF4-FFF2-40B4-BE49-F238E27FC236}">
                <a16:creationId xmlns:a16="http://schemas.microsoft.com/office/drawing/2014/main" id="{FB9FDD5E-880E-5038-1747-1CB82734E8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46020" y="3515476"/>
            <a:ext cx="699087" cy="699087"/>
          </a:xfrm>
          <a:prstGeom prst="rect">
            <a:avLst/>
          </a:prstGeom>
        </p:spPr>
      </p:pic>
      <p:sp>
        <p:nvSpPr>
          <p:cNvPr id="26" name="Chave Esquerda 25">
            <a:extLst>
              <a:ext uri="{FF2B5EF4-FFF2-40B4-BE49-F238E27FC236}">
                <a16:creationId xmlns:a16="http://schemas.microsoft.com/office/drawing/2014/main" id="{2B392E75-54E7-A9BB-5D83-39567F78473F}"/>
              </a:ext>
            </a:extLst>
          </p:cNvPr>
          <p:cNvSpPr/>
          <p:nvPr/>
        </p:nvSpPr>
        <p:spPr>
          <a:xfrm>
            <a:off x="9808334" y="1088572"/>
            <a:ext cx="543980" cy="3015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0E21EDA-69CD-9937-CE7A-E5C6EA1F3ECE}"/>
              </a:ext>
            </a:extLst>
          </p:cNvPr>
          <p:cNvCxnSpPr>
            <a:stCxn id="14" idx="3"/>
          </p:cNvCxnSpPr>
          <p:nvPr/>
        </p:nvCxnSpPr>
        <p:spPr>
          <a:xfrm flipV="1">
            <a:off x="9122228" y="2569334"/>
            <a:ext cx="500743" cy="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CEC6535-8D8D-35F7-F4E8-1A889C5F3C1A}"/>
              </a:ext>
            </a:extLst>
          </p:cNvPr>
          <p:cNvGrpSpPr/>
          <p:nvPr/>
        </p:nvGrpSpPr>
        <p:grpSpPr>
          <a:xfrm>
            <a:off x="642257" y="762354"/>
            <a:ext cx="8926438" cy="3102075"/>
            <a:chOff x="642257" y="1012725"/>
            <a:chExt cx="8926438" cy="3102075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CE7D95D9-2EBA-E32C-88CE-6CFC305EFAA9}"/>
                </a:ext>
              </a:extLst>
            </p:cNvPr>
            <p:cNvSpPr/>
            <p:nvPr/>
          </p:nvSpPr>
          <p:spPr>
            <a:xfrm>
              <a:off x="642257" y="1338943"/>
              <a:ext cx="8686800" cy="2775857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Gráfico 30" descr="Lupa com preenchimento sólido">
              <a:extLst>
                <a:ext uri="{FF2B5EF4-FFF2-40B4-BE49-F238E27FC236}">
                  <a16:creationId xmlns:a16="http://schemas.microsoft.com/office/drawing/2014/main" id="{010F8057-C9D6-6B60-2635-92C962CD4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111495" y="1012725"/>
              <a:ext cx="457200" cy="457200"/>
            </a:xfrm>
            <a:prstGeom prst="rect">
              <a:avLst/>
            </a:prstGeom>
          </p:spPr>
        </p:pic>
      </p:grpSp>
      <p:pic>
        <p:nvPicPr>
          <p:cNvPr id="34" name="Imagem 33" descr="Logotipo, Ícone&#10;&#10;O conteúdo gerado por IA pode estar incorreto.">
            <a:extLst>
              <a:ext uri="{FF2B5EF4-FFF2-40B4-BE49-F238E27FC236}">
                <a16:creationId xmlns:a16="http://schemas.microsoft.com/office/drawing/2014/main" id="{46A75294-6E69-9071-3E98-DFAD5453E3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8" t="14324" r="17793" b="28234"/>
          <a:stretch>
            <a:fillRect/>
          </a:stretch>
        </p:blipFill>
        <p:spPr>
          <a:xfrm>
            <a:off x="3034663" y="4725333"/>
            <a:ext cx="426996" cy="382049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D9BED1F0-B482-5BBD-0D68-BD051AF7A2EE}"/>
              </a:ext>
            </a:extLst>
          </p:cNvPr>
          <p:cNvSpPr txBox="1"/>
          <p:nvPr/>
        </p:nvSpPr>
        <p:spPr>
          <a:xfrm>
            <a:off x="2920361" y="4110215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Hoje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D25C5B6-E4BD-177C-F612-5AB8CC513DBE}"/>
              </a:ext>
            </a:extLst>
          </p:cNvPr>
          <p:cNvSpPr txBox="1"/>
          <p:nvPr/>
        </p:nvSpPr>
        <p:spPr>
          <a:xfrm>
            <a:off x="139597" y="5312922"/>
            <a:ext cx="16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Compute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F514464-6654-0CC1-F007-EC02E06FC7D5}"/>
              </a:ext>
            </a:extLst>
          </p:cNvPr>
          <p:cNvSpPr txBox="1"/>
          <p:nvPr/>
        </p:nvSpPr>
        <p:spPr>
          <a:xfrm>
            <a:off x="139597" y="5857053"/>
            <a:ext cx="278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Modelagem/ETL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6FEA69B-8C2C-537C-F233-93688E4B4422}"/>
              </a:ext>
            </a:extLst>
          </p:cNvPr>
          <p:cNvSpPr txBox="1"/>
          <p:nvPr/>
        </p:nvSpPr>
        <p:spPr>
          <a:xfrm>
            <a:off x="139597" y="6401183"/>
            <a:ext cx="278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Orquestração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C1DF926-8AC5-6630-5A6F-E6A696626C41}"/>
              </a:ext>
            </a:extLst>
          </p:cNvPr>
          <p:cNvSpPr txBox="1"/>
          <p:nvPr/>
        </p:nvSpPr>
        <p:spPr>
          <a:xfrm>
            <a:off x="139597" y="4768791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Segoe UI" panose="020B0502040204020203" pitchFamily="34" charset="0"/>
                <a:cs typeface="Segoe UI" panose="020B0502040204020203" pitchFamily="34" charset="0"/>
              </a:rPr>
              <a:t>Storage</a:t>
            </a: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4B59829-25AA-49E3-43B9-51CD15F069F0}"/>
              </a:ext>
            </a:extLst>
          </p:cNvPr>
          <p:cNvSpPr txBox="1"/>
          <p:nvPr/>
        </p:nvSpPr>
        <p:spPr>
          <a:xfrm>
            <a:off x="5189022" y="4110215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Futuro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905EB9E-F39C-3F8D-3779-C24D219E4C13}"/>
              </a:ext>
            </a:extLst>
          </p:cNvPr>
          <p:cNvSpPr txBox="1"/>
          <p:nvPr/>
        </p:nvSpPr>
        <p:spPr>
          <a:xfrm>
            <a:off x="7498678" y="4111964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</a:p>
        </p:txBody>
      </p:sp>
      <p:pic>
        <p:nvPicPr>
          <p:cNvPr id="43" name="Imagem 42" descr="Logotipo, Ícone&#10;&#10;O conteúdo gerado por IA pode estar incorreto.">
            <a:extLst>
              <a:ext uri="{FF2B5EF4-FFF2-40B4-BE49-F238E27FC236}">
                <a16:creationId xmlns:a16="http://schemas.microsoft.com/office/drawing/2014/main" id="{89D79704-0647-8D71-D6E9-55C2F1E166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8" t="14324" r="17793" b="28234"/>
          <a:stretch>
            <a:fillRect/>
          </a:stretch>
        </p:blipFill>
        <p:spPr>
          <a:xfrm>
            <a:off x="5453269" y="4704325"/>
            <a:ext cx="426996" cy="382049"/>
          </a:xfrm>
          <a:prstGeom prst="rect">
            <a:avLst/>
          </a:prstGeom>
        </p:spPr>
      </p:pic>
      <p:pic>
        <p:nvPicPr>
          <p:cNvPr id="45" name="Imagem 44" descr="Ícone&#10;&#10;O conteúdo gerado por IA pode estar incorreto.">
            <a:extLst>
              <a:ext uri="{FF2B5EF4-FFF2-40B4-BE49-F238E27FC236}">
                <a16:creationId xmlns:a16="http://schemas.microsoft.com/office/drawing/2014/main" id="{38DAFDD5-72FE-E93A-0785-74692D2FD42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3" t="33410" r="56262" b="32200"/>
          <a:stretch>
            <a:fillRect/>
          </a:stretch>
        </p:blipFill>
        <p:spPr>
          <a:xfrm>
            <a:off x="3034663" y="5198166"/>
            <a:ext cx="449333" cy="484088"/>
          </a:xfrm>
          <a:prstGeom prst="rect">
            <a:avLst/>
          </a:prstGeom>
        </p:spPr>
      </p:pic>
      <p:pic>
        <p:nvPicPr>
          <p:cNvPr id="47" name="Imagem 46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829E184B-D6F2-4BBC-7A69-1A18A9A9C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04"/>
          <a:stretch>
            <a:fillRect/>
          </a:stretch>
        </p:blipFill>
        <p:spPr>
          <a:xfrm>
            <a:off x="3110865" y="5867398"/>
            <a:ext cx="285652" cy="282785"/>
          </a:xfrm>
          <a:prstGeom prst="rect">
            <a:avLst/>
          </a:prstGeom>
        </p:spPr>
      </p:pic>
      <p:pic>
        <p:nvPicPr>
          <p:cNvPr id="49" name="Imagem 4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151634D0-591E-6A92-8970-0E1DD6EEAC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6" t="5444" r="35594" b="38797"/>
          <a:stretch>
            <a:fillRect/>
          </a:stretch>
        </p:blipFill>
        <p:spPr>
          <a:xfrm>
            <a:off x="5440534" y="5203846"/>
            <a:ext cx="475272" cy="484089"/>
          </a:xfrm>
          <a:prstGeom prst="rect">
            <a:avLst/>
          </a:prstGeom>
        </p:spPr>
      </p:pic>
      <p:pic>
        <p:nvPicPr>
          <p:cNvPr id="50" name="Imagem 49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A4C5E2EF-3980-EE80-E171-1BF98A499A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04"/>
          <a:stretch>
            <a:fillRect/>
          </a:stretch>
        </p:blipFill>
        <p:spPr>
          <a:xfrm>
            <a:off x="5535344" y="5867398"/>
            <a:ext cx="285652" cy="282785"/>
          </a:xfrm>
          <a:prstGeom prst="rect">
            <a:avLst/>
          </a:prstGeom>
        </p:spPr>
      </p:pic>
      <p:pic>
        <p:nvPicPr>
          <p:cNvPr id="51" name="Imagem 5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259E5D5B-7444-B3FA-FCBA-58002C3ACE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04"/>
          <a:stretch>
            <a:fillRect/>
          </a:stretch>
        </p:blipFill>
        <p:spPr>
          <a:xfrm>
            <a:off x="7739487" y="5867398"/>
            <a:ext cx="285652" cy="282785"/>
          </a:xfrm>
          <a:prstGeom prst="rect">
            <a:avLst/>
          </a:prstGeom>
        </p:spPr>
      </p:pic>
      <p:pic>
        <p:nvPicPr>
          <p:cNvPr id="52" name="Imagem 51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9F23C804-0839-5C57-38AE-6C823BAD93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6" t="5444" r="35594" b="38797"/>
          <a:stretch>
            <a:fillRect/>
          </a:stretch>
        </p:blipFill>
        <p:spPr>
          <a:xfrm>
            <a:off x="5440534" y="6329646"/>
            <a:ext cx="475272" cy="484089"/>
          </a:xfrm>
          <a:prstGeom prst="rect">
            <a:avLst/>
          </a:prstGeom>
        </p:spPr>
      </p:pic>
      <p:pic>
        <p:nvPicPr>
          <p:cNvPr id="54" name="Imagem 53" descr="Logotipo&#10;&#10;O conteúdo gerado por IA pode estar incorreto.">
            <a:extLst>
              <a:ext uri="{FF2B5EF4-FFF2-40B4-BE49-F238E27FC236}">
                <a16:creationId xmlns:a16="http://schemas.microsoft.com/office/drawing/2014/main" id="{EB65AAF1-21DD-CEF4-E8E8-40FCEAFA84CB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13"/>
          <a:stretch>
            <a:fillRect/>
          </a:stretch>
        </p:blipFill>
        <p:spPr>
          <a:xfrm>
            <a:off x="3094557" y="6386734"/>
            <a:ext cx="316339" cy="311065"/>
          </a:xfrm>
          <a:prstGeom prst="rect">
            <a:avLst/>
          </a:prstGeom>
        </p:spPr>
      </p:pic>
      <p:pic>
        <p:nvPicPr>
          <p:cNvPr id="56" name="Gráfico 55">
            <a:extLst>
              <a:ext uri="{FF2B5EF4-FFF2-40B4-BE49-F238E27FC236}">
                <a16:creationId xmlns:a16="http://schemas.microsoft.com/office/drawing/2014/main" id="{9033C3DD-7426-32AB-B104-E50911834DF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80090" y="6374886"/>
            <a:ext cx="400074" cy="400074"/>
          </a:xfrm>
          <a:prstGeom prst="rect">
            <a:avLst/>
          </a:prstGeom>
        </p:spPr>
      </p:pic>
      <p:pic>
        <p:nvPicPr>
          <p:cNvPr id="57" name="Imagem 56" descr="Logotipo&#10;&#10;O conteúdo gerado por IA pode estar incorreto.">
            <a:extLst>
              <a:ext uri="{FF2B5EF4-FFF2-40B4-BE49-F238E27FC236}">
                <a16:creationId xmlns:a16="http://schemas.microsoft.com/office/drawing/2014/main" id="{46C43128-01A7-0EC5-BB3E-BB8C95B0BE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96"/>
          <a:stretch>
            <a:fillRect/>
          </a:stretch>
        </p:blipFill>
        <p:spPr>
          <a:xfrm>
            <a:off x="7478686" y="4731972"/>
            <a:ext cx="390260" cy="305233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3568C2EE-82C5-796F-7AF7-DF38290677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27147" r="27592" b="41422"/>
          <a:stretch>
            <a:fillRect/>
          </a:stretch>
        </p:blipFill>
        <p:spPr>
          <a:xfrm>
            <a:off x="7698105" y="5247390"/>
            <a:ext cx="371173" cy="369332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11FA63E1-0FB7-B1BE-AC12-7BAF70F2570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27147" r="27592" b="41422"/>
          <a:stretch>
            <a:fillRect/>
          </a:stretch>
        </p:blipFill>
        <p:spPr>
          <a:xfrm>
            <a:off x="7894577" y="4704325"/>
            <a:ext cx="371173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8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47A08D36-4D7D-ECBD-57A3-E43B42B07C3C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067380" y="3722838"/>
            <a:ext cx="2177294" cy="1457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1C220980-A3DC-4664-7CD3-80BA744C0C75}"/>
              </a:ext>
            </a:extLst>
          </p:cNvPr>
          <p:cNvCxnSpPr>
            <a:cxnSpLocks/>
            <a:stCxn id="42" idx="2"/>
            <a:endCxn id="35" idx="0"/>
          </p:cNvCxnSpPr>
          <p:nvPr/>
        </p:nvCxnSpPr>
        <p:spPr>
          <a:xfrm>
            <a:off x="7560284" y="4346225"/>
            <a:ext cx="0" cy="51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AC0574E4-2EBC-3E53-80F7-073225D8C54D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7560283" y="2915960"/>
            <a:ext cx="2" cy="49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4FA175DD-CF94-A01D-3BC3-2178673BABDB}"/>
              </a:ext>
            </a:extLst>
          </p:cNvPr>
          <p:cNvCxnSpPr>
            <a:cxnSpLocks/>
            <a:stCxn id="27" idx="3"/>
            <a:endCxn id="38" idx="1"/>
          </p:cNvCxnSpPr>
          <p:nvPr/>
        </p:nvCxnSpPr>
        <p:spPr>
          <a:xfrm flipV="1">
            <a:off x="5067380" y="2292574"/>
            <a:ext cx="2166559" cy="1430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86388B96-C4A3-8CFF-E343-1630621DAB31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5047253" y="3727227"/>
            <a:ext cx="2197421" cy="145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E61812CE-1B5B-31C5-4B83-463D8817074E}"/>
              </a:ext>
            </a:extLst>
          </p:cNvPr>
          <p:cNvCxnSpPr>
            <a:cxnSpLocks/>
            <a:stCxn id="35" idx="3"/>
            <a:endCxn id="84" idx="1"/>
          </p:cNvCxnSpPr>
          <p:nvPr/>
        </p:nvCxnSpPr>
        <p:spPr>
          <a:xfrm flipV="1">
            <a:off x="7875893" y="1367288"/>
            <a:ext cx="2640391" cy="3812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rco 88">
            <a:extLst>
              <a:ext uri="{FF2B5EF4-FFF2-40B4-BE49-F238E27FC236}">
                <a16:creationId xmlns:a16="http://schemas.microsoft.com/office/drawing/2014/main" id="{40FB6290-6102-1924-60C4-95B025A32C8D}"/>
              </a:ext>
            </a:extLst>
          </p:cNvPr>
          <p:cNvSpPr/>
          <p:nvPr/>
        </p:nvSpPr>
        <p:spPr>
          <a:xfrm flipH="1">
            <a:off x="4767953" y="1077684"/>
            <a:ext cx="6052437" cy="1777620"/>
          </a:xfrm>
          <a:prstGeom prst="arc">
            <a:avLst>
              <a:gd name="adj1" fmla="val 10833741"/>
              <a:gd name="adj2" fmla="val 0"/>
            </a:avLst>
          </a:prstGeom>
          <a:ln w="1270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70443AA2-E419-E6F9-283B-266B0D222C1B}"/>
              </a:ext>
            </a:extLst>
          </p:cNvPr>
          <p:cNvCxnSpPr>
            <a:stCxn id="27" idx="3"/>
          </p:cNvCxnSpPr>
          <p:nvPr/>
        </p:nvCxnSpPr>
        <p:spPr>
          <a:xfrm flipV="1">
            <a:off x="5067380" y="2292574"/>
            <a:ext cx="5443159" cy="1430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0D310F-6C76-313B-17FF-9E00F5E9F412}"/>
              </a:ext>
            </a:extLst>
          </p:cNvPr>
          <p:cNvGrpSpPr/>
          <p:nvPr/>
        </p:nvGrpSpPr>
        <p:grpSpPr>
          <a:xfrm>
            <a:off x="-97740" y="2031545"/>
            <a:ext cx="1839686" cy="851757"/>
            <a:chOff x="381001" y="2068592"/>
            <a:chExt cx="1839686" cy="851757"/>
          </a:xfrm>
        </p:grpSpPr>
        <p:pic>
          <p:nvPicPr>
            <p:cNvPr id="4" name="Imagem 3" descr="Forma&#10;&#10;O conteúdo gerado por IA pode estar incorreto.">
              <a:extLst>
                <a:ext uri="{FF2B5EF4-FFF2-40B4-BE49-F238E27FC236}">
                  <a16:creationId xmlns:a16="http://schemas.microsoft.com/office/drawing/2014/main" id="{52ADA9D7-9DBD-4EE6-29AD-377536297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562" y="2068592"/>
              <a:ext cx="543980" cy="543980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2C02CA7-1163-7D68-1581-7959BEEB451F}"/>
                </a:ext>
              </a:extLst>
            </p:cNvPr>
            <p:cNvSpPr txBox="1"/>
            <p:nvPr/>
          </p:nvSpPr>
          <p:spPr>
            <a:xfrm>
              <a:off x="381001" y="261257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customers.csv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36483DB-1B19-DDF8-8777-2B53ACC4E446}"/>
              </a:ext>
            </a:extLst>
          </p:cNvPr>
          <p:cNvGrpSpPr/>
          <p:nvPr/>
        </p:nvGrpSpPr>
        <p:grpSpPr>
          <a:xfrm>
            <a:off x="-73215" y="4951760"/>
            <a:ext cx="1839686" cy="851757"/>
            <a:chOff x="381001" y="2068592"/>
            <a:chExt cx="1839686" cy="851757"/>
          </a:xfrm>
        </p:grpSpPr>
        <p:pic>
          <p:nvPicPr>
            <p:cNvPr id="13" name="Imagem 12" descr="Forma&#10;&#10;O conteúdo gerado por IA pode estar incorreto.">
              <a:extLst>
                <a:ext uri="{FF2B5EF4-FFF2-40B4-BE49-F238E27FC236}">
                  <a16:creationId xmlns:a16="http://schemas.microsoft.com/office/drawing/2014/main" id="{B1DD8BA1-2271-3976-49A3-ADB46D040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562" y="2068592"/>
              <a:ext cx="543980" cy="543980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89ED382E-D7FE-9D38-AC8B-D5DD3CFC0060}"/>
                </a:ext>
              </a:extLst>
            </p:cNvPr>
            <p:cNvSpPr txBox="1"/>
            <p:nvPr/>
          </p:nvSpPr>
          <p:spPr>
            <a:xfrm>
              <a:off x="381001" y="261257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payments.csv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BEF53DF-C77F-1D07-60FC-069C379077A6}"/>
              </a:ext>
            </a:extLst>
          </p:cNvPr>
          <p:cNvGrpSpPr/>
          <p:nvPr/>
        </p:nvGrpSpPr>
        <p:grpSpPr>
          <a:xfrm>
            <a:off x="-73215" y="3474389"/>
            <a:ext cx="1839686" cy="851757"/>
            <a:chOff x="381001" y="2068592"/>
            <a:chExt cx="1839686" cy="851757"/>
          </a:xfrm>
        </p:grpSpPr>
        <p:pic>
          <p:nvPicPr>
            <p:cNvPr id="18" name="Imagem 17" descr="Forma&#10;&#10;O conteúdo gerado por IA pode estar incorreto.">
              <a:extLst>
                <a:ext uri="{FF2B5EF4-FFF2-40B4-BE49-F238E27FC236}">
                  <a16:creationId xmlns:a16="http://schemas.microsoft.com/office/drawing/2014/main" id="{80BA4A1B-C372-9F00-B68C-171562713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562" y="2068592"/>
              <a:ext cx="543980" cy="543980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7EB9A3B-0C54-CD0E-92B8-BD3BC25A9776}"/>
                </a:ext>
              </a:extLst>
            </p:cNvPr>
            <p:cNvSpPr txBox="1"/>
            <p:nvPr/>
          </p:nvSpPr>
          <p:spPr>
            <a:xfrm>
              <a:off x="381001" y="261257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loans.csv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44CEDB3C-703C-171C-F64C-0BFC68A5F8EF}"/>
              </a:ext>
            </a:extLst>
          </p:cNvPr>
          <p:cNvGrpSpPr/>
          <p:nvPr/>
        </p:nvGrpSpPr>
        <p:grpSpPr>
          <a:xfrm>
            <a:off x="3668794" y="1981353"/>
            <a:ext cx="2165952" cy="938996"/>
            <a:chOff x="2700114" y="1981353"/>
            <a:chExt cx="2165952" cy="938996"/>
          </a:xfrm>
          <a:solidFill>
            <a:srgbClr val="993300"/>
          </a:solidFill>
        </p:grpSpPr>
        <p:pic>
          <p:nvPicPr>
            <p:cNvPr id="22" name="Gráfico 21" descr="Banco de dados com preenchimento sólido">
              <a:extLst>
                <a:ext uri="{FF2B5EF4-FFF2-40B4-BE49-F238E27FC236}">
                  <a16:creationId xmlns:a16="http://schemas.microsoft.com/office/drawing/2014/main" id="{6FF85769-BC83-4DB1-865C-B2A79CBC5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9A962643-7213-6AE4-A970-0DFA078AE520}"/>
                </a:ext>
              </a:extLst>
            </p:cNvPr>
            <p:cNvSpPr txBox="1"/>
            <p:nvPr/>
          </p:nvSpPr>
          <p:spPr>
            <a:xfrm>
              <a:off x="2700114" y="2612572"/>
              <a:ext cx="21659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stg_customers.sql</a:t>
              </a:r>
              <a:endParaRPr lang="pt-BR" sz="140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5FE3DA11-A730-8E40-AF28-C41E0CF1CE38}"/>
              </a:ext>
            </a:extLst>
          </p:cNvPr>
          <p:cNvGrpSpPr/>
          <p:nvPr/>
        </p:nvGrpSpPr>
        <p:grpSpPr>
          <a:xfrm>
            <a:off x="3668794" y="3407229"/>
            <a:ext cx="2165952" cy="938996"/>
            <a:chOff x="2700114" y="1981353"/>
            <a:chExt cx="2165952" cy="938996"/>
          </a:xfrm>
          <a:solidFill>
            <a:srgbClr val="993300"/>
          </a:solidFill>
        </p:grpSpPr>
        <p:pic>
          <p:nvPicPr>
            <p:cNvPr id="27" name="Gráfico 26" descr="Banco de dados com preenchimento sólido">
              <a:extLst>
                <a:ext uri="{FF2B5EF4-FFF2-40B4-BE49-F238E27FC236}">
                  <a16:creationId xmlns:a16="http://schemas.microsoft.com/office/drawing/2014/main" id="{45ABE6D0-FCB2-18FD-6868-2D3036DF7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872D3B6-D4A9-5EFE-6B0B-E6675767AC78}"/>
                </a:ext>
              </a:extLst>
            </p:cNvPr>
            <p:cNvSpPr txBox="1"/>
            <p:nvPr/>
          </p:nvSpPr>
          <p:spPr>
            <a:xfrm>
              <a:off x="2700114" y="2612572"/>
              <a:ext cx="2165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stg_loans.sql</a:t>
              </a:r>
              <a:endParaRPr lang="pt-BR" sz="1400" dirty="0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F37119A-0388-7D13-A838-5B34489DFE2C}"/>
              </a:ext>
            </a:extLst>
          </p:cNvPr>
          <p:cNvGrpSpPr/>
          <p:nvPr/>
        </p:nvGrpSpPr>
        <p:grpSpPr>
          <a:xfrm>
            <a:off x="3648667" y="4864521"/>
            <a:ext cx="2165952" cy="938996"/>
            <a:chOff x="2700114" y="1981353"/>
            <a:chExt cx="2165952" cy="938996"/>
          </a:xfrm>
          <a:solidFill>
            <a:srgbClr val="993300"/>
          </a:solidFill>
        </p:grpSpPr>
        <p:pic>
          <p:nvPicPr>
            <p:cNvPr id="32" name="Gráfico 31" descr="Banco de dados com preenchimento sólido">
              <a:extLst>
                <a:ext uri="{FF2B5EF4-FFF2-40B4-BE49-F238E27FC236}">
                  <a16:creationId xmlns:a16="http://schemas.microsoft.com/office/drawing/2014/main" id="{52B65283-7695-AF42-4159-3A3C298F0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3695CE6-455E-FC33-DF94-81979AF62A41}"/>
                </a:ext>
              </a:extLst>
            </p:cNvPr>
            <p:cNvSpPr txBox="1"/>
            <p:nvPr/>
          </p:nvSpPr>
          <p:spPr>
            <a:xfrm>
              <a:off x="2700114" y="2612572"/>
              <a:ext cx="2165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stg_payments.sql</a:t>
              </a:r>
              <a:endParaRPr lang="pt-BR" sz="14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4250A60-AB7C-7DBC-FF91-51B46136CE84}"/>
              </a:ext>
            </a:extLst>
          </p:cNvPr>
          <p:cNvGrpSpPr/>
          <p:nvPr/>
        </p:nvGrpSpPr>
        <p:grpSpPr>
          <a:xfrm>
            <a:off x="6477307" y="4864521"/>
            <a:ext cx="2274810" cy="938996"/>
            <a:chOff x="2700114" y="1981353"/>
            <a:chExt cx="2274810" cy="938996"/>
          </a:xfrm>
        </p:grpSpPr>
        <p:pic>
          <p:nvPicPr>
            <p:cNvPr id="35" name="Gráfico 34" descr="Banco de dados com preenchimento sólido">
              <a:extLst>
                <a:ext uri="{FF2B5EF4-FFF2-40B4-BE49-F238E27FC236}">
                  <a16:creationId xmlns:a16="http://schemas.microsoft.com/office/drawing/2014/main" id="{26816F21-D084-07C2-BE51-588C46569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2386AD56-7E92-C8B3-7553-027903F9E78D}"/>
                </a:ext>
              </a:extLst>
            </p:cNvPr>
            <p:cNvSpPr txBox="1"/>
            <p:nvPr/>
          </p:nvSpPr>
          <p:spPr>
            <a:xfrm>
              <a:off x="2700114" y="2612572"/>
              <a:ext cx="22748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int_loan_performance.sql</a:t>
              </a:r>
              <a:endParaRPr lang="pt-BR" sz="1400" dirty="0"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4F9C3440-E34C-ABC1-1952-4D81C9902F88}"/>
              </a:ext>
            </a:extLst>
          </p:cNvPr>
          <p:cNvGrpSpPr/>
          <p:nvPr/>
        </p:nvGrpSpPr>
        <p:grpSpPr>
          <a:xfrm>
            <a:off x="6205011" y="1976964"/>
            <a:ext cx="2710543" cy="938996"/>
            <a:chOff x="2438553" y="1981353"/>
            <a:chExt cx="2710543" cy="938996"/>
          </a:xfrm>
        </p:grpSpPr>
        <p:pic>
          <p:nvPicPr>
            <p:cNvPr id="38" name="Gráfico 37" descr="Banco de dados com preenchimento sólido">
              <a:extLst>
                <a:ext uri="{FF2B5EF4-FFF2-40B4-BE49-F238E27FC236}">
                  <a16:creationId xmlns:a16="http://schemas.microsoft.com/office/drawing/2014/main" id="{BAD04141-1590-CBB8-B427-1B0BDFCD5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D78C1CB6-CF13-3AB3-1840-A6FA87990A9C}"/>
                </a:ext>
              </a:extLst>
            </p:cNvPr>
            <p:cNvSpPr txBox="1"/>
            <p:nvPr/>
          </p:nvSpPr>
          <p:spPr>
            <a:xfrm>
              <a:off x="2438553" y="2612572"/>
              <a:ext cx="27105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int_installment_schedule.sql</a:t>
              </a:r>
              <a:endParaRPr lang="pt-BR" sz="1400" dirty="0"/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589115B-BCB0-6139-AFE5-818DA4187FDE}"/>
              </a:ext>
            </a:extLst>
          </p:cNvPr>
          <p:cNvGrpSpPr/>
          <p:nvPr/>
        </p:nvGrpSpPr>
        <p:grpSpPr>
          <a:xfrm>
            <a:off x="6477308" y="3407229"/>
            <a:ext cx="2165952" cy="938996"/>
            <a:chOff x="2700114" y="1981353"/>
            <a:chExt cx="2165952" cy="938996"/>
          </a:xfrm>
        </p:grpSpPr>
        <p:pic>
          <p:nvPicPr>
            <p:cNvPr id="41" name="Gráfico 40" descr="Banco de dados com preenchimento sólido">
              <a:extLst>
                <a:ext uri="{FF2B5EF4-FFF2-40B4-BE49-F238E27FC236}">
                  <a16:creationId xmlns:a16="http://schemas.microsoft.com/office/drawing/2014/main" id="{EB57BA5D-A43E-C512-F7F2-44818AA67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24FA9F80-FB36-7559-F5F1-7F5EA601463B}"/>
                </a:ext>
              </a:extLst>
            </p:cNvPr>
            <p:cNvSpPr txBox="1"/>
            <p:nvPr/>
          </p:nvSpPr>
          <p:spPr>
            <a:xfrm>
              <a:off x="2700114" y="2612572"/>
              <a:ext cx="2165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int_installments.sql</a:t>
              </a:r>
              <a:endParaRPr lang="pt-BR" sz="1400" dirty="0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FADFB9A8-072C-0745-0688-0BE7A611404D}"/>
              </a:ext>
            </a:extLst>
          </p:cNvPr>
          <p:cNvGrpSpPr/>
          <p:nvPr/>
        </p:nvGrpSpPr>
        <p:grpSpPr>
          <a:xfrm>
            <a:off x="9481611" y="2481943"/>
            <a:ext cx="2710543" cy="938996"/>
            <a:chOff x="2438553" y="1981353"/>
            <a:chExt cx="2710543" cy="938996"/>
          </a:xfrm>
        </p:grpSpPr>
        <p:pic>
          <p:nvPicPr>
            <p:cNvPr id="81" name="Gráfico 80" descr="Banco de dados com preenchimento sólido">
              <a:extLst>
                <a:ext uri="{FF2B5EF4-FFF2-40B4-BE49-F238E27FC236}">
                  <a16:creationId xmlns:a16="http://schemas.microsoft.com/office/drawing/2014/main" id="{59A1F586-B096-15FF-825F-5016D4AE8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876A4382-4691-997B-6AB4-872ABBB3FF26}"/>
                </a:ext>
              </a:extLst>
            </p:cNvPr>
            <p:cNvSpPr txBox="1"/>
            <p:nvPr/>
          </p:nvSpPr>
          <p:spPr>
            <a:xfrm>
              <a:off x="2438553" y="2612572"/>
              <a:ext cx="27105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mart_credit_installments.sql</a:t>
              </a:r>
              <a:endParaRPr lang="pt-BR" sz="1400" dirty="0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DE54346D-F556-B13D-3E62-9F7D3A1F8B8B}"/>
              </a:ext>
            </a:extLst>
          </p:cNvPr>
          <p:cNvGrpSpPr/>
          <p:nvPr/>
        </p:nvGrpSpPr>
        <p:grpSpPr>
          <a:xfrm>
            <a:off x="9487356" y="1051678"/>
            <a:ext cx="2710543" cy="938996"/>
            <a:chOff x="2438553" y="1981353"/>
            <a:chExt cx="2710543" cy="938996"/>
          </a:xfrm>
        </p:grpSpPr>
        <p:pic>
          <p:nvPicPr>
            <p:cNvPr id="84" name="Gráfico 83" descr="Banco de dados com preenchimento sólido">
              <a:extLst>
                <a:ext uri="{FF2B5EF4-FFF2-40B4-BE49-F238E27FC236}">
                  <a16:creationId xmlns:a16="http://schemas.microsoft.com/office/drawing/2014/main" id="{A05AA85D-2CD3-9E60-A420-04EB29E6D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23BCB2E1-7A0E-8081-4112-1CDCF1AFFD5C}"/>
                </a:ext>
              </a:extLst>
            </p:cNvPr>
            <p:cNvSpPr txBox="1"/>
            <p:nvPr/>
          </p:nvSpPr>
          <p:spPr>
            <a:xfrm>
              <a:off x="2438553" y="2612572"/>
              <a:ext cx="27105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mart_credit_loans.sql</a:t>
              </a:r>
              <a:endParaRPr lang="pt-BR" sz="1400" dirty="0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8EE31217-2420-4E62-0C7B-4E012AC75DB3}"/>
              </a:ext>
            </a:extLst>
          </p:cNvPr>
          <p:cNvGrpSpPr/>
          <p:nvPr/>
        </p:nvGrpSpPr>
        <p:grpSpPr>
          <a:xfrm>
            <a:off x="9497712" y="3920041"/>
            <a:ext cx="2710543" cy="938996"/>
            <a:chOff x="2438553" y="1981353"/>
            <a:chExt cx="2710543" cy="938996"/>
          </a:xfrm>
        </p:grpSpPr>
        <p:pic>
          <p:nvPicPr>
            <p:cNvPr id="93" name="Gráfico 92" descr="Banco de dados com preenchimento sólido">
              <a:extLst>
                <a:ext uri="{FF2B5EF4-FFF2-40B4-BE49-F238E27FC236}">
                  <a16:creationId xmlns:a16="http://schemas.microsoft.com/office/drawing/2014/main" id="{3BB6F026-CD2D-0FE7-BD5C-4F2A33244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BA2C1F00-F8D0-9550-67BD-ACE93A85ADF5}"/>
                </a:ext>
              </a:extLst>
            </p:cNvPr>
            <p:cNvSpPr txBox="1"/>
            <p:nvPr/>
          </p:nvSpPr>
          <p:spPr>
            <a:xfrm>
              <a:off x="2438553" y="2612572"/>
              <a:ext cx="27105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mart_kpis_daily.sql</a:t>
              </a:r>
              <a:endParaRPr lang="pt-BR" sz="1400" dirty="0"/>
            </a:p>
          </p:txBody>
        </p:sp>
      </p:grpSp>
      <p:cxnSp>
        <p:nvCxnSpPr>
          <p:cNvPr id="96" name="Conector de Seta Reta 95">
            <a:extLst>
              <a:ext uri="{FF2B5EF4-FFF2-40B4-BE49-F238E27FC236}">
                <a16:creationId xmlns:a16="http://schemas.microsoft.com/office/drawing/2014/main" id="{D2AA6C80-44D2-AEA4-4E94-40E6CEE69E57}"/>
              </a:ext>
            </a:extLst>
          </p:cNvPr>
          <p:cNvCxnSpPr>
            <a:cxnSpLocks/>
            <a:stCxn id="82" idx="2"/>
            <a:endCxn id="93" idx="0"/>
          </p:cNvCxnSpPr>
          <p:nvPr/>
        </p:nvCxnSpPr>
        <p:spPr>
          <a:xfrm>
            <a:off x="10836883" y="3420939"/>
            <a:ext cx="5367" cy="49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co 96">
            <a:extLst>
              <a:ext uri="{FF2B5EF4-FFF2-40B4-BE49-F238E27FC236}">
                <a16:creationId xmlns:a16="http://schemas.microsoft.com/office/drawing/2014/main" id="{37ECF0E9-3B3F-E8FD-5C24-48D8AE0253B4}"/>
              </a:ext>
            </a:extLst>
          </p:cNvPr>
          <p:cNvSpPr/>
          <p:nvPr/>
        </p:nvSpPr>
        <p:spPr>
          <a:xfrm rot="5400000" flipH="1" flipV="1">
            <a:off x="9079988" y="1795364"/>
            <a:ext cx="2821299" cy="2097661"/>
          </a:xfrm>
          <a:prstGeom prst="arc">
            <a:avLst>
              <a:gd name="adj1" fmla="val 10833741"/>
              <a:gd name="adj2" fmla="val 0"/>
            </a:avLst>
          </a:prstGeom>
          <a:ln w="1270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BE5EDBCC-0FDB-661D-D3B4-5B34E89CB0EB}"/>
              </a:ext>
            </a:extLst>
          </p:cNvPr>
          <p:cNvGrpSpPr/>
          <p:nvPr/>
        </p:nvGrpSpPr>
        <p:grpSpPr>
          <a:xfrm>
            <a:off x="1762073" y="2031545"/>
            <a:ext cx="1839686" cy="851757"/>
            <a:chOff x="1752681" y="2064202"/>
            <a:chExt cx="1839686" cy="851757"/>
          </a:xfrm>
        </p:grpSpPr>
        <p:pic>
          <p:nvPicPr>
            <p:cNvPr id="107" name="Imagem 106" descr="Logotipo&#10;&#10;O conteúdo gerado por IA pode estar incorreto.">
              <a:extLst>
                <a:ext uri="{FF2B5EF4-FFF2-40B4-BE49-F238E27FC236}">
                  <a16:creationId xmlns:a16="http://schemas.microsoft.com/office/drawing/2014/main" id="{2DA49461-FC37-6D13-0B7E-94160E775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896"/>
            <a:stretch>
              <a:fillRect/>
            </a:stretch>
          </p:blipFill>
          <p:spPr>
            <a:xfrm>
              <a:off x="2331326" y="2064202"/>
              <a:ext cx="695514" cy="543980"/>
            </a:xfrm>
            <a:prstGeom prst="rect">
              <a:avLst/>
            </a:prstGeom>
          </p:spPr>
        </p:pic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6B89407D-3627-9081-1C9A-D544147A37BC}"/>
                </a:ext>
              </a:extLst>
            </p:cNvPr>
            <p:cNvSpPr txBox="1"/>
            <p:nvPr/>
          </p:nvSpPr>
          <p:spPr>
            <a:xfrm>
              <a:off x="1752681" y="260818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customers.parquet</a:t>
              </a:r>
              <a:endParaRPr lang="pt-BR" sz="1400" dirty="0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11C4184B-5947-4C06-D084-7E3579AB6B88}"/>
              </a:ext>
            </a:extLst>
          </p:cNvPr>
          <p:cNvGrpSpPr/>
          <p:nvPr/>
        </p:nvGrpSpPr>
        <p:grpSpPr>
          <a:xfrm>
            <a:off x="1829107" y="3479039"/>
            <a:ext cx="1839686" cy="851757"/>
            <a:chOff x="1752681" y="2064202"/>
            <a:chExt cx="1839686" cy="851757"/>
          </a:xfrm>
        </p:grpSpPr>
        <p:pic>
          <p:nvPicPr>
            <p:cNvPr id="114" name="Imagem 113" descr="Logotipo&#10;&#10;O conteúdo gerado por IA pode estar incorreto.">
              <a:extLst>
                <a:ext uri="{FF2B5EF4-FFF2-40B4-BE49-F238E27FC236}">
                  <a16:creationId xmlns:a16="http://schemas.microsoft.com/office/drawing/2014/main" id="{EB1F3DE2-108C-05C2-8667-F50747A4E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896"/>
            <a:stretch>
              <a:fillRect/>
            </a:stretch>
          </p:blipFill>
          <p:spPr>
            <a:xfrm>
              <a:off x="2331326" y="2064202"/>
              <a:ext cx="695514" cy="543980"/>
            </a:xfrm>
            <a:prstGeom prst="rect">
              <a:avLst/>
            </a:prstGeom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0B8C844D-D30D-3211-C248-BC03678CF5BC}"/>
                </a:ext>
              </a:extLst>
            </p:cNvPr>
            <p:cNvSpPr txBox="1"/>
            <p:nvPr/>
          </p:nvSpPr>
          <p:spPr>
            <a:xfrm>
              <a:off x="1752681" y="260818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loans.parquet</a:t>
              </a:r>
              <a:endParaRPr lang="pt-BR" sz="1400" dirty="0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651512E7-7616-BA0F-A150-19422F5A07FF}"/>
              </a:ext>
            </a:extLst>
          </p:cNvPr>
          <p:cNvGrpSpPr/>
          <p:nvPr/>
        </p:nvGrpSpPr>
        <p:grpSpPr>
          <a:xfrm>
            <a:off x="1838573" y="4951760"/>
            <a:ext cx="1839686" cy="851757"/>
            <a:chOff x="1752681" y="2064202"/>
            <a:chExt cx="1839686" cy="851757"/>
          </a:xfrm>
        </p:grpSpPr>
        <p:pic>
          <p:nvPicPr>
            <p:cNvPr id="117" name="Imagem 116" descr="Logotipo&#10;&#10;O conteúdo gerado por IA pode estar incorreto.">
              <a:extLst>
                <a:ext uri="{FF2B5EF4-FFF2-40B4-BE49-F238E27FC236}">
                  <a16:creationId xmlns:a16="http://schemas.microsoft.com/office/drawing/2014/main" id="{DB107E2B-C9CA-7BFB-45A1-4A9B54745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896"/>
            <a:stretch>
              <a:fillRect/>
            </a:stretch>
          </p:blipFill>
          <p:spPr>
            <a:xfrm>
              <a:off x="2331326" y="2064202"/>
              <a:ext cx="695514" cy="543980"/>
            </a:xfrm>
            <a:prstGeom prst="rect">
              <a:avLst/>
            </a:prstGeom>
          </p:spPr>
        </p:pic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2E006F94-FE92-CEC1-F466-29AB2B84757D}"/>
                </a:ext>
              </a:extLst>
            </p:cNvPr>
            <p:cNvSpPr txBox="1"/>
            <p:nvPr/>
          </p:nvSpPr>
          <p:spPr>
            <a:xfrm>
              <a:off x="1752681" y="2608182"/>
              <a:ext cx="1839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loans.parquet</a:t>
              </a:r>
              <a:endParaRPr lang="pt-BR" sz="1400" dirty="0"/>
            </a:p>
          </p:txBody>
        </p:sp>
      </p:grp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E74A806A-03A8-0F81-5D2C-58EB52650F82}"/>
              </a:ext>
            </a:extLst>
          </p:cNvPr>
          <p:cNvCxnSpPr>
            <a:stCxn id="107" idx="3"/>
            <a:endCxn id="22" idx="1"/>
          </p:cNvCxnSpPr>
          <p:nvPr/>
        </p:nvCxnSpPr>
        <p:spPr>
          <a:xfrm flipV="1">
            <a:off x="3036232" y="2296963"/>
            <a:ext cx="1399929" cy="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D1F9016A-D230-6F82-B316-26E6A89E03E6}"/>
              </a:ext>
            </a:extLst>
          </p:cNvPr>
          <p:cNvCxnSpPr/>
          <p:nvPr/>
        </p:nvCxnSpPr>
        <p:spPr>
          <a:xfrm flipV="1">
            <a:off x="3036232" y="3744194"/>
            <a:ext cx="1399929" cy="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21">
            <a:extLst>
              <a:ext uri="{FF2B5EF4-FFF2-40B4-BE49-F238E27FC236}">
                <a16:creationId xmlns:a16="http://schemas.microsoft.com/office/drawing/2014/main" id="{F1B31499-7BCF-07D8-A0E0-0A959A292337}"/>
              </a:ext>
            </a:extLst>
          </p:cNvPr>
          <p:cNvCxnSpPr/>
          <p:nvPr/>
        </p:nvCxnSpPr>
        <p:spPr>
          <a:xfrm flipV="1">
            <a:off x="3036232" y="5220464"/>
            <a:ext cx="1399929" cy="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de Seta Reta 122">
            <a:extLst>
              <a:ext uri="{FF2B5EF4-FFF2-40B4-BE49-F238E27FC236}">
                <a16:creationId xmlns:a16="http://schemas.microsoft.com/office/drawing/2014/main" id="{3C078F71-1B11-21C7-0B17-8B0F09D31299}"/>
              </a:ext>
            </a:extLst>
          </p:cNvPr>
          <p:cNvCxnSpPr>
            <a:cxnSpLocks/>
            <a:stCxn id="4" idx="3"/>
            <a:endCxn id="107" idx="1"/>
          </p:cNvCxnSpPr>
          <p:nvPr/>
        </p:nvCxnSpPr>
        <p:spPr>
          <a:xfrm>
            <a:off x="1088801" y="2303535"/>
            <a:ext cx="1251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de Seta Reta 125">
            <a:extLst>
              <a:ext uri="{FF2B5EF4-FFF2-40B4-BE49-F238E27FC236}">
                <a16:creationId xmlns:a16="http://schemas.microsoft.com/office/drawing/2014/main" id="{99541108-C184-5A06-F798-EC339242CC6F}"/>
              </a:ext>
            </a:extLst>
          </p:cNvPr>
          <p:cNvCxnSpPr>
            <a:cxnSpLocks/>
            <a:stCxn id="18" idx="3"/>
            <a:endCxn id="114" idx="1"/>
          </p:cNvCxnSpPr>
          <p:nvPr/>
        </p:nvCxnSpPr>
        <p:spPr>
          <a:xfrm>
            <a:off x="1113326" y="3746379"/>
            <a:ext cx="1294426" cy="4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de Seta Reta 128">
            <a:extLst>
              <a:ext uri="{FF2B5EF4-FFF2-40B4-BE49-F238E27FC236}">
                <a16:creationId xmlns:a16="http://schemas.microsoft.com/office/drawing/2014/main" id="{7FF7F223-19AC-3934-44C8-619663E5D9E9}"/>
              </a:ext>
            </a:extLst>
          </p:cNvPr>
          <p:cNvCxnSpPr>
            <a:cxnSpLocks/>
            <a:stCxn id="13" idx="3"/>
            <a:endCxn id="117" idx="1"/>
          </p:cNvCxnSpPr>
          <p:nvPr/>
        </p:nvCxnSpPr>
        <p:spPr>
          <a:xfrm>
            <a:off x="1113326" y="5223750"/>
            <a:ext cx="13038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CBEE8C78-AC2A-A7BC-52C6-17A49B586A3A}"/>
              </a:ext>
            </a:extLst>
          </p:cNvPr>
          <p:cNvSpPr txBox="1"/>
          <p:nvPr/>
        </p:nvSpPr>
        <p:spPr>
          <a:xfrm>
            <a:off x="446313" y="141514"/>
            <a:ext cx="1143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Arquitetura de Dados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B22ED4A-7336-8E1F-4960-C5B6F235B2E0}"/>
              </a:ext>
            </a:extLst>
          </p:cNvPr>
          <p:cNvCxnSpPr>
            <a:stCxn id="41" idx="3"/>
            <a:endCxn id="81" idx="1"/>
          </p:cNvCxnSpPr>
          <p:nvPr/>
        </p:nvCxnSpPr>
        <p:spPr>
          <a:xfrm flipV="1">
            <a:off x="7875894" y="2797553"/>
            <a:ext cx="2634645" cy="925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8D0C621-5E0B-CF1B-1E1C-5A9C0469FEA6}"/>
              </a:ext>
            </a:extLst>
          </p:cNvPr>
          <p:cNvGrpSpPr/>
          <p:nvPr/>
        </p:nvGrpSpPr>
        <p:grpSpPr>
          <a:xfrm>
            <a:off x="9484294" y="5385165"/>
            <a:ext cx="2710543" cy="938996"/>
            <a:chOff x="2438553" y="1981353"/>
            <a:chExt cx="2710543" cy="938996"/>
          </a:xfrm>
        </p:grpSpPr>
        <p:pic>
          <p:nvPicPr>
            <p:cNvPr id="6" name="Gráfico 5" descr="Banco de dados com preenchimento sólido">
              <a:extLst>
                <a:ext uri="{FF2B5EF4-FFF2-40B4-BE49-F238E27FC236}">
                  <a16:creationId xmlns:a16="http://schemas.microsoft.com/office/drawing/2014/main" id="{09DCA4F1-DCF7-3016-D584-45802C15B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67481" y="1981353"/>
              <a:ext cx="631219" cy="631219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C6272D6-8884-8FA7-AF30-DF93C4D8454D}"/>
                </a:ext>
              </a:extLst>
            </p:cNvPr>
            <p:cNvSpPr txBox="1"/>
            <p:nvPr/>
          </p:nvSpPr>
          <p:spPr>
            <a:xfrm>
              <a:off x="2438553" y="2612572"/>
              <a:ext cx="27105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err="1"/>
                <a:t>mart_kpis_vintage.sql</a:t>
              </a:r>
              <a:endParaRPr lang="pt-BR" sz="1400" dirty="0"/>
            </a:p>
          </p:txBody>
        </p:sp>
      </p:grp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260775C-2DAF-29B7-C873-B9C0577E2AB3}"/>
              </a:ext>
            </a:extLst>
          </p:cNvPr>
          <p:cNvCxnSpPr>
            <a:cxnSpLocks/>
          </p:cNvCxnSpPr>
          <p:nvPr/>
        </p:nvCxnSpPr>
        <p:spPr>
          <a:xfrm>
            <a:off x="10815023" y="4886063"/>
            <a:ext cx="5367" cy="49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o 11">
            <a:extLst>
              <a:ext uri="{FF2B5EF4-FFF2-40B4-BE49-F238E27FC236}">
                <a16:creationId xmlns:a16="http://schemas.microsoft.com/office/drawing/2014/main" id="{E70D4137-5255-FBE5-E82B-C6570C0A00AA}"/>
              </a:ext>
            </a:extLst>
          </p:cNvPr>
          <p:cNvSpPr/>
          <p:nvPr/>
        </p:nvSpPr>
        <p:spPr>
          <a:xfrm rot="5400000" flipH="1" flipV="1">
            <a:off x="8380474" y="2464078"/>
            <a:ext cx="4272714" cy="2211646"/>
          </a:xfrm>
          <a:prstGeom prst="arc">
            <a:avLst>
              <a:gd name="adj1" fmla="val 10833741"/>
              <a:gd name="adj2" fmla="val 0"/>
            </a:avLst>
          </a:prstGeom>
          <a:ln w="1270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co 13">
            <a:extLst>
              <a:ext uri="{FF2B5EF4-FFF2-40B4-BE49-F238E27FC236}">
                <a16:creationId xmlns:a16="http://schemas.microsoft.com/office/drawing/2014/main" id="{E4C9C567-57D5-0BD0-FF32-33370F857323}"/>
              </a:ext>
            </a:extLst>
          </p:cNvPr>
          <p:cNvSpPr/>
          <p:nvPr/>
        </p:nvSpPr>
        <p:spPr>
          <a:xfrm rot="5400000" flipH="1" flipV="1">
            <a:off x="9110787" y="3221678"/>
            <a:ext cx="2821299" cy="2097661"/>
          </a:xfrm>
          <a:prstGeom prst="arc">
            <a:avLst>
              <a:gd name="adj1" fmla="val 10833741"/>
              <a:gd name="adj2" fmla="val 0"/>
            </a:avLst>
          </a:prstGeom>
          <a:ln w="1270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4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76BDC77-C158-7A22-66BC-F819019A0064}"/>
              </a:ext>
            </a:extLst>
          </p:cNvPr>
          <p:cNvSpPr txBox="1"/>
          <p:nvPr/>
        </p:nvSpPr>
        <p:spPr>
          <a:xfrm>
            <a:off x="446313" y="141514"/>
            <a:ext cx="1143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Detalhes do tratamento de dados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8CF6E2D-0243-B1A9-E03A-8D4CBAD968AE}"/>
              </a:ext>
            </a:extLst>
          </p:cNvPr>
          <p:cNvSpPr/>
          <p:nvPr/>
        </p:nvSpPr>
        <p:spPr>
          <a:xfrm>
            <a:off x="524063" y="1023256"/>
            <a:ext cx="5571937" cy="293915"/>
          </a:xfrm>
          <a:prstGeom prst="roundRect">
            <a:avLst/>
          </a:prstGeom>
          <a:solidFill>
            <a:srgbClr val="22B1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Atrasos ou Pagamentos Parciais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4A239F-E61C-20C9-44C5-65798A55AAEA}"/>
              </a:ext>
            </a:extLst>
          </p:cNvPr>
          <p:cNvSpPr txBox="1"/>
          <p:nvPr/>
        </p:nvSpPr>
        <p:spPr>
          <a:xfrm>
            <a:off x="524063" y="1431352"/>
            <a:ext cx="557193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Onde:</a:t>
            </a:r>
            <a:r>
              <a:rPr lang="pt-BR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int_installments</a:t>
            </a:r>
            <a:r>
              <a:rPr lang="pt-BR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pt-BR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mart_credit_installments</a:t>
            </a:r>
            <a:endParaRPr lang="pt-BR" sz="12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Como: 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Para cada parcela, calculo: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valor_devido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(usa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valor_parcela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quando existe; senão, proxy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pmt_teorica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valor_pago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valor_em_aberto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max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valor_devido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valor_pago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0)</a:t>
            </a:r>
          </a:p>
          <a:p>
            <a:pPr marL="171450" indent="-171450" fontAlgn="ctr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Classifico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status_parcela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em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pago_integral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pago_parcial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nao_pago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71450" indent="-171450" fontAlgn="ctr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Calculo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dpd_efetivo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se há saldo em aberto e venceu: DPD =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data_corte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data_vencimento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se pago integral: DPD =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data_pagamento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data_vencimento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2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A61DF6-63A9-DAD5-4720-D48A2E376F13}"/>
              </a:ext>
            </a:extLst>
          </p:cNvPr>
          <p:cNvSpPr/>
          <p:nvPr/>
        </p:nvSpPr>
        <p:spPr>
          <a:xfrm>
            <a:off x="6413235" y="1023256"/>
            <a:ext cx="5571937" cy="293915"/>
          </a:xfrm>
          <a:prstGeom prst="roundRect">
            <a:avLst/>
          </a:prstGeom>
          <a:solidFill>
            <a:srgbClr val="22B1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Contratos Cancelados ou Inadimplentes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B580F9-4471-A151-25D3-BD09850DD209}"/>
              </a:ext>
            </a:extLst>
          </p:cNvPr>
          <p:cNvSpPr txBox="1"/>
          <p:nvPr/>
        </p:nvSpPr>
        <p:spPr>
          <a:xfrm>
            <a:off x="6413235" y="1431352"/>
            <a:ext cx="55719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Onde:</a:t>
            </a:r>
            <a:r>
              <a:rPr lang="pt-BR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stg_loans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int_loan_performance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mart_credit_loans</a:t>
            </a:r>
            <a:endParaRPr lang="pt-BR" sz="12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Como: 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Preservo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status_reportado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(do arquivo) e crio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status_derivado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(regra baseada em evidência de pagamentos):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liquidado se saldo em aberto ~ 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inadimplente se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dpd_atual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&gt;= 90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senão ativo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Crio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dq_status_divergente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quando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status_reportado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diverge do derivado</a:t>
            </a:r>
            <a:endParaRPr lang="pt-BR" sz="120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A9472A7-F303-34F6-A9B1-7DF91DCDC08A}"/>
              </a:ext>
            </a:extLst>
          </p:cNvPr>
          <p:cNvSpPr/>
          <p:nvPr/>
        </p:nvSpPr>
        <p:spPr>
          <a:xfrm>
            <a:off x="524063" y="3897085"/>
            <a:ext cx="5571937" cy="293915"/>
          </a:xfrm>
          <a:prstGeom prst="roundRect">
            <a:avLst/>
          </a:prstGeom>
          <a:solidFill>
            <a:srgbClr val="22B1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Clientes com múltiplos contratos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0889818-5119-A275-E7DB-01A8B7F86F2F}"/>
              </a:ext>
            </a:extLst>
          </p:cNvPr>
          <p:cNvSpPr txBox="1"/>
          <p:nvPr/>
        </p:nvSpPr>
        <p:spPr>
          <a:xfrm>
            <a:off x="524063" y="4305181"/>
            <a:ext cx="55719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Onde:</a:t>
            </a:r>
            <a:r>
              <a:rPr lang="pt-BR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mart_credit_loans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mart_kpis_diarios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Como: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aparece em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mart_credit_loans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então é possível computar concentração: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count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loans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) por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% clientes com 2+ contratos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538918-B503-0EF3-0B4F-34C04D405219}"/>
              </a:ext>
            </a:extLst>
          </p:cNvPr>
          <p:cNvSpPr/>
          <p:nvPr/>
        </p:nvSpPr>
        <p:spPr>
          <a:xfrm>
            <a:off x="6413235" y="3897085"/>
            <a:ext cx="5571937" cy="293915"/>
          </a:xfrm>
          <a:prstGeom prst="roundRect">
            <a:avLst/>
          </a:prstGeom>
          <a:solidFill>
            <a:srgbClr val="22B1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Dados Inconsistentes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E50A742-D1C2-21D7-39D9-C51F4AAD2A0B}"/>
              </a:ext>
            </a:extLst>
          </p:cNvPr>
          <p:cNvSpPr txBox="1"/>
          <p:nvPr/>
        </p:nvSpPr>
        <p:spPr>
          <a:xfrm>
            <a:off x="6413235" y="4305181"/>
            <a:ext cx="55719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Onde:</a:t>
            </a:r>
            <a:r>
              <a:rPr lang="pt-BR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stg_customers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stg_loans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+</a:t>
            </a:r>
            <a:r>
              <a:rPr lang="en-US" sz="12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stg_payments</a:t>
            </a:r>
            <a:endParaRPr lang="pt-BR" sz="12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ctr"/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Como: 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Uso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try_cast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trim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cast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col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varchar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)) as &lt;tipo&gt;) para não quebrar pipeline com lixo.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Flags de qualidade (DQ) por tipo de inconsistência, por exemplo:</a:t>
            </a:r>
          </a:p>
          <a:p>
            <a:pPr marL="628650" lvl="1" indent="-171450" fontAlgn="ctr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valores negativos: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dq_renda_negativa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dq_valor_parcela_negativo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dq_valor_contratado_nao_positivo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8650" lvl="1" indent="-171450" fontAlgn="ctr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datas inválidas/nulas: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dq_data_concessao_nula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dq_data_vencimento_nula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8650" lvl="1" indent="-171450" fontAlgn="ctr">
              <a:buFont typeface="Wingdings" panose="05000000000000000000" pitchFamily="2" charset="2"/>
              <a:buChar char="Ø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datas invertidas: </a:t>
            </a:r>
            <a:r>
              <a:rPr lang="pt-B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dq_data_pagamento_antes_vencimento</a:t>
            </a:r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5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225D-111C-43A1-429E-25CAD760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5D4BAF6-6D2F-DCE2-0282-3CE209844BE5}"/>
              </a:ext>
            </a:extLst>
          </p:cNvPr>
          <p:cNvSpPr txBox="1"/>
          <p:nvPr/>
        </p:nvSpPr>
        <p:spPr>
          <a:xfrm>
            <a:off x="446313" y="141514"/>
            <a:ext cx="1143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KPIs Usados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7D2E959-DF17-0F37-AC0F-DDEF8590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104861"/>
              </p:ext>
            </p:extLst>
          </p:nvPr>
        </p:nvGraphicFramePr>
        <p:xfrm>
          <a:off x="919843" y="1078895"/>
          <a:ext cx="10352314" cy="5251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157">
                  <a:extLst>
                    <a:ext uri="{9D8B030D-6E8A-4147-A177-3AD203B41FA5}">
                      <a16:colId xmlns:a16="http://schemas.microsoft.com/office/drawing/2014/main" val="1398930970"/>
                    </a:ext>
                  </a:extLst>
                </a:gridCol>
                <a:gridCol w="5176157">
                  <a:extLst>
                    <a:ext uri="{9D8B030D-6E8A-4147-A177-3AD203B41FA5}">
                      <a16:colId xmlns:a16="http://schemas.microsoft.com/office/drawing/2014/main" val="1669277488"/>
                    </a:ext>
                  </a:extLst>
                </a:gridCol>
              </a:tblGrid>
              <a:tr h="49358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Métrica (</a:t>
                      </a:r>
                      <a:r>
                        <a:rPr lang="pt-BR" sz="1400" dirty="0" err="1"/>
                        <a:t>kpi_nome</a:t>
                      </a:r>
                      <a:r>
                        <a:rPr lang="pt-B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Descrição (o que mede)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448854"/>
                  </a:ext>
                </a:extLst>
              </a:tr>
              <a:tr h="75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/>
                        <a:t>taxa_inadimplencia_contratos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Percentual de contratos em inadimplência (usando </a:t>
                      </a:r>
                      <a:r>
                        <a:rPr lang="pt-BR" sz="1400" b="1" dirty="0"/>
                        <a:t>status derivado</a:t>
                      </a:r>
                      <a:r>
                        <a:rPr lang="pt-BR" sz="1400" dirty="0"/>
                        <a:t> / critério de </a:t>
                      </a:r>
                      <a:r>
                        <a:rPr lang="pt-BR" sz="1400" b="1" dirty="0"/>
                        <a:t>DPD ≥ 90</a:t>
                      </a:r>
                      <a:r>
                        <a:rPr lang="pt-BR" sz="140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924997"/>
                  </a:ext>
                </a:extLst>
              </a:tr>
              <a:tr h="530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/>
                        <a:t>par30_valor_em_aberto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Soma do </a:t>
                      </a:r>
                      <a:r>
                        <a:rPr lang="pt-BR" sz="1400" b="1" dirty="0"/>
                        <a:t>valor em aberto</a:t>
                      </a:r>
                      <a:r>
                        <a:rPr lang="pt-BR" sz="1400" dirty="0"/>
                        <a:t> de parcelas com </a:t>
                      </a:r>
                      <a:r>
                        <a:rPr lang="pt-BR" sz="1400" b="1" dirty="0"/>
                        <a:t>DPD ≥ 30 </a:t>
                      </a:r>
                      <a:r>
                        <a:rPr lang="pt-BR" sz="1400" b="0" dirty="0"/>
                        <a:t>(proxy de </a:t>
                      </a:r>
                      <a:r>
                        <a:rPr lang="pt-BR" sz="1400" b="1" dirty="0"/>
                        <a:t>PAR30</a:t>
                      </a:r>
                      <a:r>
                        <a:rPr lang="pt-BR" sz="14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552034"/>
                  </a:ext>
                </a:extLst>
              </a:tr>
              <a:tr h="5304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/>
                        <a:t>par90_valor_em_aberto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Soma do </a:t>
                      </a:r>
                      <a:r>
                        <a:rPr lang="pt-BR" sz="1400" b="1" dirty="0"/>
                        <a:t>valor em aberto</a:t>
                      </a:r>
                      <a:r>
                        <a:rPr lang="pt-BR" sz="1400" dirty="0"/>
                        <a:t> de parcelas com </a:t>
                      </a:r>
                      <a:r>
                        <a:rPr lang="pt-BR" sz="1400" b="1" dirty="0"/>
                        <a:t>DPD ≥ 90 </a:t>
                      </a:r>
                      <a:r>
                        <a:rPr lang="pt-BR" sz="1400" b="0" dirty="0"/>
                        <a:t>(proxy de </a:t>
                      </a:r>
                      <a:r>
                        <a:rPr lang="pt-BR" sz="1400" b="1" dirty="0"/>
                        <a:t>PAR90</a:t>
                      </a:r>
                      <a:r>
                        <a:rPr lang="pt-BR" sz="14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482356"/>
                  </a:ext>
                </a:extLst>
              </a:tr>
              <a:tr h="734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pct_clientes_multiplos_contratos</a:t>
                      </a:r>
                      <a:endParaRPr lang="pt-BR" sz="1400" dirty="0">
                        <a:effectLst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</a:rPr>
                        <a:t>Percentual de clientes com </a:t>
                      </a:r>
                      <a:r>
                        <a:rPr lang="pt-BR" sz="1400" b="1" dirty="0">
                          <a:effectLst/>
                        </a:rPr>
                        <a:t>mais de um contrato</a:t>
                      </a:r>
                      <a:r>
                        <a:rPr lang="pt-BR" sz="1400" dirty="0">
                          <a:effectLst/>
                        </a:rPr>
                        <a:t> (indicador de concentração de risco em recorrentes).</a:t>
                      </a: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1092699668"/>
                  </a:ext>
                </a:extLst>
              </a:tr>
              <a:tr h="734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>
                          <a:effectLst/>
                        </a:rPr>
                        <a:t>yield_efetivo_aprox</a:t>
                      </a:r>
                      <a:endParaRPr lang="pt-BR" sz="1400" dirty="0">
                        <a:effectLst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</a:rPr>
                        <a:t>Razão entre </a:t>
                      </a:r>
                      <a:r>
                        <a:rPr lang="pt-BR" sz="1400" b="1" dirty="0">
                          <a:effectLst/>
                        </a:rPr>
                        <a:t>valor pago</a:t>
                      </a:r>
                      <a:r>
                        <a:rPr lang="pt-BR" sz="1400" dirty="0">
                          <a:effectLst/>
                        </a:rPr>
                        <a:t> e </a:t>
                      </a:r>
                      <a:r>
                        <a:rPr lang="pt-BR" sz="1400" b="1" dirty="0">
                          <a:effectLst/>
                        </a:rPr>
                        <a:t>valor devido</a:t>
                      </a:r>
                      <a:r>
                        <a:rPr lang="pt-BR" sz="1400" dirty="0">
                          <a:effectLst/>
                        </a:rPr>
                        <a:t> nas parcelas observadas (proxy de </a:t>
                      </a:r>
                      <a:r>
                        <a:rPr lang="pt-BR" sz="1400" dirty="0" err="1">
                          <a:effectLst/>
                        </a:rPr>
                        <a:t>yield</a:t>
                      </a:r>
                      <a:r>
                        <a:rPr lang="pt-BR" sz="1400" dirty="0">
                          <a:effectLst/>
                        </a:rPr>
                        <a:t>/realização financeira).</a:t>
                      </a: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812489886"/>
                  </a:ext>
                </a:extLst>
              </a:tr>
              <a:tr h="734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pct_parcelas_pagas_em_dia</a:t>
                      </a:r>
                      <a:endParaRPr lang="pt-BR" sz="1400" dirty="0">
                        <a:effectLst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</a:rPr>
                        <a:t>Percentual de parcelas vencidas que foram </a:t>
                      </a:r>
                      <a:r>
                        <a:rPr lang="pt-BR" sz="1400" b="1" dirty="0">
                          <a:effectLst/>
                        </a:rPr>
                        <a:t>pagas em dia</a:t>
                      </a:r>
                      <a:r>
                        <a:rPr lang="pt-BR" sz="1400" dirty="0">
                          <a:effectLst/>
                        </a:rPr>
                        <a:t> (indicador de disciplina de pagamento e/ou efetividade de cobrança).</a:t>
                      </a: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2679393774"/>
                  </a:ext>
                </a:extLst>
              </a:tr>
              <a:tr h="734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effectLst/>
                        </a:rPr>
                        <a:t>vintage_default_90</a:t>
                      </a:r>
                      <a:endParaRPr lang="pt-BR" sz="1400" dirty="0">
                        <a:effectLst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</a:rPr>
                        <a:t>Taxa de default (</a:t>
                      </a:r>
                      <a:r>
                        <a:rPr lang="pt-BR" sz="1400" b="1" dirty="0">
                          <a:effectLst/>
                        </a:rPr>
                        <a:t>90+ DPD</a:t>
                      </a:r>
                      <a:r>
                        <a:rPr lang="pt-BR" sz="1400" dirty="0">
                          <a:effectLst/>
                        </a:rPr>
                        <a:t>) por </a:t>
                      </a:r>
                      <a:r>
                        <a:rPr lang="pt-BR" sz="1400" b="1" dirty="0">
                          <a:effectLst/>
                        </a:rPr>
                        <a:t>coorte de originação</a:t>
                      </a:r>
                      <a:r>
                        <a:rPr lang="pt-BR" sz="1400" dirty="0">
                          <a:effectLst/>
                        </a:rPr>
                        <a:t> e </a:t>
                      </a:r>
                      <a:r>
                        <a:rPr lang="pt-BR" sz="1400" b="1" dirty="0">
                          <a:effectLst/>
                        </a:rPr>
                        <a:t>idade do contrato (meses)</a:t>
                      </a:r>
                      <a:r>
                        <a:rPr lang="pt-BR" sz="1400" dirty="0">
                          <a:effectLst/>
                        </a:rPr>
                        <a:t>, para acompanhar deterioração por safra ao longo do tempo.</a:t>
                      </a: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25819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21418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4345</TotalTime>
  <Words>649</Words>
  <Application>Microsoft Office PowerPoint</Application>
  <PresentationFormat>Widescreen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Arial</vt:lpstr>
      <vt:lpstr>Neue Haas Grotesk Text Pro</vt:lpstr>
      <vt:lpstr>Segoe UI</vt:lpstr>
      <vt:lpstr>Wingdings</vt:lpstr>
      <vt:lpstr>VanillaVTI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Armando Rolins</dc:creator>
  <cp:lastModifiedBy>Armando Rolins</cp:lastModifiedBy>
  <cp:revision>11</cp:revision>
  <dcterms:created xsi:type="dcterms:W3CDTF">2025-12-06T10:31:56Z</dcterms:created>
  <dcterms:modified xsi:type="dcterms:W3CDTF">2025-12-17T13:35:33Z</dcterms:modified>
</cp:coreProperties>
</file>